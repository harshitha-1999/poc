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7"/>
  </p:notesMasterIdLst>
  <p:sldIdLst>
    <p:sldId id="272" r:id="rId2"/>
    <p:sldId id="269" r:id="rId3"/>
    <p:sldId id="290" r:id="rId4"/>
    <p:sldId id="291" r:id="rId5"/>
    <p:sldId id="292" r:id="rId6"/>
    <p:sldId id="293" r:id="rId7"/>
    <p:sldId id="294" r:id="rId8"/>
    <p:sldId id="306" r:id="rId9"/>
    <p:sldId id="302" r:id="rId10"/>
    <p:sldId id="280" r:id="rId11"/>
    <p:sldId id="274" r:id="rId12"/>
    <p:sldId id="279" r:id="rId13"/>
    <p:sldId id="273" r:id="rId14"/>
    <p:sldId id="275" r:id="rId15"/>
    <p:sldId id="295" r:id="rId16"/>
    <p:sldId id="298" r:id="rId17"/>
    <p:sldId id="299" r:id="rId18"/>
    <p:sldId id="300" r:id="rId19"/>
    <p:sldId id="296" r:id="rId20"/>
    <p:sldId id="303" r:id="rId21"/>
    <p:sldId id="304" r:id="rId22"/>
    <p:sldId id="305" r:id="rId23"/>
    <p:sldId id="301" r:id="rId24"/>
    <p:sldId id="277" r:id="rId25"/>
    <p:sldId id="30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60F17E-C71C-4721-B6D9-B0B82EA33C11}" v="105" dt="2022-07-25T11:03:57.863"/>
    <p1510:client id="{566907B3-8F79-4C4E-B2D2-EECD9F64BED4}" v="2" dt="2022-07-26T07:34:02.082"/>
    <p1510:client id="{6F518E10-859D-4A95-B0B7-72688E408ED4}" v="75" dt="2022-08-02T09:11:31.4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ant Kassuparambil Raman" userId="S::2232331@tcs.com::65fb9247-28c8-492a-92ec-25b255c02a67" providerId="AD" clId="Web-{566907B3-8F79-4C4E-B2D2-EECD9F64BED4}"/>
    <pc:docChg chg="modSld sldOrd">
      <pc:chgData name="Riant Kassuparambil Raman" userId="S::2232331@tcs.com::65fb9247-28c8-492a-92ec-25b255c02a67" providerId="AD" clId="Web-{566907B3-8F79-4C4E-B2D2-EECD9F64BED4}" dt="2022-07-26T07:34:02.082" v="1"/>
      <pc:docMkLst>
        <pc:docMk/>
      </pc:docMkLst>
      <pc:sldChg chg="ord">
        <pc:chgData name="Riant Kassuparambil Raman" userId="S::2232331@tcs.com::65fb9247-28c8-492a-92ec-25b255c02a67" providerId="AD" clId="Web-{566907B3-8F79-4C4E-B2D2-EECD9F64BED4}" dt="2022-07-26T07:34:02.082" v="1"/>
        <pc:sldMkLst>
          <pc:docMk/>
          <pc:sldMk cId="1606113423" sldId="272"/>
        </pc:sldMkLst>
      </pc:sldChg>
      <pc:sldChg chg="modSp">
        <pc:chgData name="Riant Kassuparambil Raman" userId="S::2232331@tcs.com::65fb9247-28c8-492a-92ec-25b255c02a67" providerId="AD" clId="Web-{566907B3-8F79-4C4E-B2D2-EECD9F64BED4}" dt="2022-07-26T07:33:23.597" v="0" actId="1076"/>
        <pc:sldMkLst>
          <pc:docMk/>
          <pc:sldMk cId="3561044893" sldId="275"/>
        </pc:sldMkLst>
        <pc:picChg chg="mod">
          <ac:chgData name="Riant Kassuparambil Raman" userId="S::2232331@tcs.com::65fb9247-28c8-492a-92ec-25b255c02a67" providerId="AD" clId="Web-{566907B3-8F79-4C4E-B2D2-EECD9F64BED4}" dt="2022-07-26T07:33:23.597" v="0" actId="1076"/>
          <ac:picMkLst>
            <pc:docMk/>
            <pc:sldMk cId="3561044893" sldId="275"/>
            <ac:picMk id="4098" creationId="{441A9E4B-36DD-3593-8716-52E51372B4DC}"/>
          </ac:picMkLst>
        </pc:picChg>
      </pc:sldChg>
    </pc:docChg>
  </pc:docChgLst>
  <pc:docChgLst>
    <pc:chgData name="Riant Kassuparambil Raman" userId="S::2232331@tcs.com::65fb9247-28c8-492a-92ec-25b255c02a67" providerId="AD" clId="Web-{1D60F17E-C71C-4721-B6D9-B0B82EA33C11}"/>
    <pc:docChg chg="addSld modSld">
      <pc:chgData name="Riant Kassuparambil Raman" userId="S::2232331@tcs.com::65fb9247-28c8-492a-92ec-25b255c02a67" providerId="AD" clId="Web-{1D60F17E-C71C-4721-B6D9-B0B82EA33C11}" dt="2022-07-25T11:03:56.770" v="91" actId="20577"/>
      <pc:docMkLst>
        <pc:docMk/>
      </pc:docMkLst>
      <pc:sldChg chg="addSp modSp new">
        <pc:chgData name="Riant Kassuparambil Raman" userId="S::2232331@tcs.com::65fb9247-28c8-492a-92ec-25b255c02a67" providerId="AD" clId="Web-{1D60F17E-C71C-4721-B6D9-B0B82EA33C11}" dt="2022-07-25T10:59:21.734" v="36" actId="20577"/>
        <pc:sldMkLst>
          <pc:docMk/>
          <pc:sldMk cId="3769236446" sldId="303"/>
        </pc:sldMkLst>
        <pc:spChg chg="mod">
          <ac:chgData name="Riant Kassuparambil Raman" userId="S::2232331@tcs.com::65fb9247-28c8-492a-92ec-25b255c02a67" providerId="AD" clId="Web-{1D60F17E-C71C-4721-B6D9-B0B82EA33C11}" dt="2022-07-25T10:59:21.734" v="36" actId="20577"/>
          <ac:spMkLst>
            <pc:docMk/>
            <pc:sldMk cId="3769236446" sldId="303"/>
            <ac:spMk id="2" creationId="{C10030EA-1C0D-088E-855E-292E04D5A69A}"/>
          </ac:spMkLst>
        </pc:spChg>
        <pc:picChg chg="add mod">
          <ac:chgData name="Riant Kassuparambil Raman" userId="S::2232331@tcs.com::65fb9247-28c8-492a-92ec-25b255c02a67" providerId="AD" clId="Web-{1D60F17E-C71C-4721-B6D9-B0B82EA33C11}" dt="2022-07-25T10:58:15.983" v="23" actId="14100"/>
          <ac:picMkLst>
            <pc:docMk/>
            <pc:sldMk cId="3769236446" sldId="303"/>
            <ac:picMk id="3" creationId="{910917E2-711F-7C7E-7545-1CE8DEB6D46A}"/>
          </ac:picMkLst>
        </pc:picChg>
        <pc:picChg chg="add mod">
          <ac:chgData name="Riant Kassuparambil Raman" userId="S::2232331@tcs.com::65fb9247-28c8-492a-92ec-25b255c02a67" providerId="AD" clId="Web-{1D60F17E-C71C-4721-B6D9-B0B82EA33C11}" dt="2022-07-25T10:58:11.968" v="22" actId="14100"/>
          <ac:picMkLst>
            <pc:docMk/>
            <pc:sldMk cId="3769236446" sldId="303"/>
            <ac:picMk id="4" creationId="{F1DC9B05-6422-22A3-2F1E-04589890D263}"/>
          </ac:picMkLst>
        </pc:picChg>
      </pc:sldChg>
      <pc:sldChg chg="addSp modSp new">
        <pc:chgData name="Riant Kassuparambil Raman" userId="S::2232331@tcs.com::65fb9247-28c8-492a-92ec-25b255c02a67" providerId="AD" clId="Web-{1D60F17E-C71C-4721-B6D9-B0B82EA33C11}" dt="2022-07-25T11:01:05.173" v="63" actId="1076"/>
        <pc:sldMkLst>
          <pc:docMk/>
          <pc:sldMk cId="2040904737" sldId="304"/>
        </pc:sldMkLst>
        <pc:spChg chg="mod">
          <ac:chgData name="Riant Kassuparambil Raman" userId="S::2232331@tcs.com::65fb9247-28c8-492a-92ec-25b255c02a67" providerId="AD" clId="Web-{1D60F17E-C71C-4721-B6D9-B0B82EA33C11}" dt="2022-07-25T10:59:37.328" v="50" actId="20577"/>
          <ac:spMkLst>
            <pc:docMk/>
            <pc:sldMk cId="2040904737" sldId="304"/>
            <ac:spMk id="2" creationId="{D32F52BD-2A1F-2BD6-67EF-A860F9255DDA}"/>
          </ac:spMkLst>
        </pc:spChg>
        <pc:picChg chg="add mod">
          <ac:chgData name="Riant Kassuparambil Raman" userId="S::2232331@tcs.com::65fb9247-28c8-492a-92ec-25b255c02a67" providerId="AD" clId="Web-{1D60F17E-C71C-4721-B6D9-B0B82EA33C11}" dt="2022-07-25T11:01:02.517" v="62" actId="14100"/>
          <ac:picMkLst>
            <pc:docMk/>
            <pc:sldMk cId="2040904737" sldId="304"/>
            <ac:picMk id="3" creationId="{0AA17A3C-F1BB-5452-9646-1954C0A52BB6}"/>
          </ac:picMkLst>
        </pc:picChg>
        <pc:picChg chg="add mod">
          <ac:chgData name="Riant Kassuparambil Raman" userId="S::2232331@tcs.com::65fb9247-28c8-492a-92ec-25b255c02a67" providerId="AD" clId="Web-{1D60F17E-C71C-4721-B6D9-B0B82EA33C11}" dt="2022-07-25T11:01:05.173" v="63" actId="1076"/>
          <ac:picMkLst>
            <pc:docMk/>
            <pc:sldMk cId="2040904737" sldId="304"/>
            <ac:picMk id="4" creationId="{F7DFC93A-942B-0FEF-B8C2-6DAC75F9221F}"/>
          </ac:picMkLst>
        </pc:picChg>
      </pc:sldChg>
      <pc:sldChg chg="addSp delSp modSp new">
        <pc:chgData name="Riant Kassuparambil Raman" userId="S::2232331@tcs.com::65fb9247-28c8-492a-92ec-25b255c02a67" providerId="AD" clId="Web-{1D60F17E-C71C-4721-B6D9-B0B82EA33C11}" dt="2022-07-25T11:03:56.770" v="91" actId="20577"/>
        <pc:sldMkLst>
          <pc:docMk/>
          <pc:sldMk cId="1556218974" sldId="305"/>
        </pc:sldMkLst>
        <pc:spChg chg="mod">
          <ac:chgData name="Riant Kassuparambil Raman" userId="S::2232331@tcs.com::65fb9247-28c8-492a-92ec-25b255c02a67" providerId="AD" clId="Web-{1D60F17E-C71C-4721-B6D9-B0B82EA33C11}" dt="2022-07-25T11:01:18.283" v="67" actId="20577"/>
          <ac:spMkLst>
            <pc:docMk/>
            <pc:sldMk cId="1556218974" sldId="305"/>
            <ac:spMk id="2" creationId="{83B76FF1-D193-EB45-09CE-6822A14BF2FA}"/>
          </ac:spMkLst>
        </pc:spChg>
        <pc:spChg chg="add mod">
          <ac:chgData name="Riant Kassuparambil Raman" userId="S::2232331@tcs.com::65fb9247-28c8-492a-92ec-25b255c02a67" providerId="AD" clId="Web-{1D60F17E-C71C-4721-B6D9-B0B82EA33C11}" dt="2022-07-25T11:03:56.770" v="91" actId="20577"/>
          <ac:spMkLst>
            <pc:docMk/>
            <pc:sldMk cId="1556218974" sldId="305"/>
            <ac:spMk id="5" creationId="{32E4270E-84D9-FD61-97C1-C674643216C8}"/>
          </ac:spMkLst>
        </pc:spChg>
        <pc:picChg chg="add mod">
          <ac:chgData name="Riant Kassuparambil Raman" userId="S::2232331@tcs.com::65fb9247-28c8-492a-92ec-25b255c02a67" providerId="AD" clId="Web-{1D60F17E-C71C-4721-B6D9-B0B82EA33C11}" dt="2022-07-25T11:03:36.160" v="88" actId="14100"/>
          <ac:picMkLst>
            <pc:docMk/>
            <pc:sldMk cId="1556218974" sldId="305"/>
            <ac:picMk id="3" creationId="{01DBA7BF-6C05-8A6D-F916-E3D0BDCC1203}"/>
          </ac:picMkLst>
        </pc:picChg>
        <pc:picChg chg="add del mod">
          <ac:chgData name="Riant Kassuparambil Raman" userId="S::2232331@tcs.com::65fb9247-28c8-492a-92ec-25b255c02a67" providerId="AD" clId="Web-{1D60F17E-C71C-4721-B6D9-B0B82EA33C11}" dt="2022-07-25T11:02:17.768" v="75"/>
          <ac:picMkLst>
            <pc:docMk/>
            <pc:sldMk cId="1556218974" sldId="305"/>
            <ac:picMk id="4" creationId="{0C365ADF-E3FC-FF07-DEEC-7ED955C2C9D3}"/>
          </ac:picMkLst>
        </pc:picChg>
        <pc:picChg chg="add del mod">
          <ac:chgData name="Riant Kassuparambil Raman" userId="S::2232331@tcs.com::65fb9247-28c8-492a-92ec-25b255c02a67" providerId="AD" clId="Web-{1D60F17E-C71C-4721-B6D9-B0B82EA33C11}" dt="2022-07-25T11:03:31.394" v="87"/>
          <ac:picMkLst>
            <pc:docMk/>
            <pc:sldMk cId="1556218974" sldId="305"/>
            <ac:picMk id="6" creationId="{CC07870B-6884-F20A-3967-E09522EDAC58}"/>
          </ac:picMkLst>
        </pc:picChg>
      </pc:sldChg>
    </pc:docChg>
  </pc:docChgLst>
  <pc:docChgLst>
    <pc:chgData name="Riant Kassuparambil Raman" userId="S::2232331@tcs.com::65fb9247-28c8-492a-92ec-25b255c02a67" providerId="AD" clId="Web-{6F518E10-859D-4A95-B0B7-72688E408ED4}"/>
    <pc:docChg chg="addSld delSld modSld">
      <pc:chgData name="Riant Kassuparambil Raman" userId="S::2232331@tcs.com::65fb9247-28c8-492a-92ec-25b255c02a67" providerId="AD" clId="Web-{6F518E10-859D-4A95-B0B7-72688E408ED4}" dt="2022-08-02T09:11:28.107" v="72" actId="20577"/>
      <pc:docMkLst>
        <pc:docMk/>
      </pc:docMkLst>
      <pc:sldChg chg="modSp del">
        <pc:chgData name="Riant Kassuparambil Raman" userId="S::2232331@tcs.com::65fb9247-28c8-492a-92ec-25b255c02a67" providerId="AD" clId="Web-{6F518E10-859D-4A95-B0B7-72688E408ED4}" dt="2022-08-02T08:25:24.517" v="7"/>
        <pc:sldMkLst>
          <pc:docMk/>
          <pc:sldMk cId="1684872643" sldId="270"/>
        </pc:sldMkLst>
        <pc:spChg chg="mod">
          <ac:chgData name="Riant Kassuparambil Raman" userId="S::2232331@tcs.com::65fb9247-28c8-492a-92ec-25b255c02a67" providerId="AD" clId="Web-{6F518E10-859D-4A95-B0B7-72688E408ED4}" dt="2022-08-02T08:23:57.891" v="6" actId="20577"/>
          <ac:spMkLst>
            <pc:docMk/>
            <pc:sldMk cId="1684872643" sldId="270"/>
            <ac:spMk id="2" creationId="{FC2C1B37-5C7D-60BD-2E71-133A82B0FE02}"/>
          </ac:spMkLst>
        </pc:spChg>
        <pc:spChg chg="mod">
          <ac:chgData name="Riant Kassuparambil Raman" userId="S::2232331@tcs.com::65fb9247-28c8-492a-92ec-25b255c02a67" providerId="AD" clId="Web-{6F518E10-859D-4A95-B0B7-72688E408ED4}" dt="2022-08-02T08:23:42.188" v="0" actId="20577"/>
          <ac:spMkLst>
            <pc:docMk/>
            <pc:sldMk cId="1684872643" sldId="270"/>
            <ac:spMk id="3" creationId="{5EE98150-9CCC-EB87-02A0-754086E26A46}"/>
          </ac:spMkLst>
        </pc:spChg>
      </pc:sldChg>
      <pc:sldChg chg="modSp new">
        <pc:chgData name="Riant Kassuparambil Raman" userId="S::2232331@tcs.com::65fb9247-28c8-492a-92ec-25b255c02a67" providerId="AD" clId="Web-{6F518E10-859D-4A95-B0B7-72688E408ED4}" dt="2022-08-02T08:29:11.191" v="49" actId="20577"/>
        <pc:sldMkLst>
          <pc:docMk/>
          <pc:sldMk cId="987906173" sldId="306"/>
        </pc:sldMkLst>
        <pc:spChg chg="mod">
          <ac:chgData name="Riant Kassuparambil Raman" userId="S::2232331@tcs.com::65fb9247-28c8-492a-92ec-25b255c02a67" providerId="AD" clId="Web-{6F518E10-859D-4A95-B0B7-72688E408ED4}" dt="2022-08-02T08:25:34.955" v="10" actId="20577"/>
          <ac:spMkLst>
            <pc:docMk/>
            <pc:sldMk cId="987906173" sldId="306"/>
            <ac:spMk id="2" creationId="{83E16954-1B54-B228-0F6E-83E3B5C655C6}"/>
          </ac:spMkLst>
        </pc:spChg>
        <pc:spChg chg="mod">
          <ac:chgData name="Riant Kassuparambil Raman" userId="S::2232331@tcs.com::65fb9247-28c8-492a-92ec-25b255c02a67" providerId="AD" clId="Web-{6F518E10-859D-4A95-B0B7-72688E408ED4}" dt="2022-08-02T08:29:11.191" v="49" actId="20577"/>
          <ac:spMkLst>
            <pc:docMk/>
            <pc:sldMk cId="987906173" sldId="306"/>
            <ac:spMk id="3" creationId="{E9757B2C-74D2-1DC5-283E-513A33A38AB3}"/>
          </ac:spMkLst>
        </pc:spChg>
      </pc:sldChg>
      <pc:sldChg chg="addSp delSp modSp new">
        <pc:chgData name="Riant Kassuparambil Raman" userId="S::2232331@tcs.com::65fb9247-28c8-492a-92ec-25b255c02a67" providerId="AD" clId="Web-{6F518E10-859D-4A95-B0B7-72688E408ED4}" dt="2022-08-02T09:11:28.107" v="72" actId="20577"/>
        <pc:sldMkLst>
          <pc:docMk/>
          <pc:sldMk cId="4230784237" sldId="307"/>
        </pc:sldMkLst>
        <pc:spChg chg="del mod">
          <ac:chgData name="Riant Kassuparambil Raman" userId="S::2232331@tcs.com::65fb9247-28c8-492a-92ec-25b255c02a67" providerId="AD" clId="Web-{6F518E10-859D-4A95-B0B7-72688E408ED4}" dt="2022-08-02T09:11:11.310" v="68"/>
          <ac:spMkLst>
            <pc:docMk/>
            <pc:sldMk cId="4230784237" sldId="307"/>
            <ac:spMk id="2" creationId="{F4211574-83DC-7A96-788A-A9D9B0498077}"/>
          </ac:spMkLst>
        </pc:spChg>
        <pc:spChg chg="mod">
          <ac:chgData name="Riant Kassuparambil Raman" userId="S::2232331@tcs.com::65fb9247-28c8-492a-92ec-25b255c02a67" providerId="AD" clId="Web-{6F518E10-859D-4A95-B0B7-72688E408ED4}" dt="2022-08-02T09:11:28.107" v="72" actId="20577"/>
          <ac:spMkLst>
            <pc:docMk/>
            <pc:sldMk cId="4230784237" sldId="307"/>
            <ac:spMk id="3" creationId="{265C7E74-0068-6E84-7E59-F5FCC78D3163}"/>
          </ac:spMkLst>
        </pc:spChg>
        <pc:spChg chg="add mod">
          <ac:chgData name="Riant Kassuparambil Raman" userId="S::2232331@tcs.com::65fb9247-28c8-492a-92ec-25b255c02a67" providerId="AD" clId="Web-{6F518E10-859D-4A95-B0B7-72688E408ED4}" dt="2022-08-02T09:11:20.966" v="71" actId="14100"/>
          <ac:spMkLst>
            <pc:docMk/>
            <pc:sldMk cId="4230784237" sldId="307"/>
            <ac:spMk id="5" creationId="{59F79293-4ACA-4A66-01B0-70607DC7FF61}"/>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7-24T07:57:37.425"/>
    </inkml:context>
    <inkml:brush xml:id="br0">
      <inkml:brushProperty name="width" value="0.05" units="cm"/>
      <inkml:brushProperty name="height" value="0.05" units="cm"/>
      <inkml:brushProperty name="color" value="#FFFFFF"/>
    </inkml:brush>
  </inkml:definitions>
  <inkml:trace contextRef="#ctx0" brushRef="#br0">136 36 24575,'8'0'0,"5"0"0,2 0 0,-1 0 0,-1 0 0,4 0 0,-6 0 0,6 0 0,-8 0 0,0 0 0,-1 0 0,1 0 0,0 0 0,-1 0 0,0 0 0,1 0 0,-1 0 0,1 0 0,0 0 0,0 0 0,0 0 0,0 0 0,0 0 0,0 0 0,-1 0 0,1 0 0,-1 0 0,0 0 0,1 0 0,-1 0 0,0 0 0,0 0 0,1 0 0,-1-4 0,1 3 0,0-3 0,-1 4 0,1 0 0,0 0 0,0 0 0,-1 0 0,1 0 0,0 0 0,0 0 0,-1 0 0,0 0 0,1 0 0,-1 0 0,1 0 0,-1 0 0,1 0 0,0 0 0,0 0 0,-1 0 0,1 0 0,0 0 0,-1 0 0,1 0 0,-1 0 0,1 0 0,0 0 0,-1 0 0,1 0 0,-1 0 0,0 0 0,0 0 0,0 0 0,-7 0 0,-6 0 0,-8 0 0,0 0 0,0 0 0,5 0 0,-1 0 0,1 0 0,-1 0 0,0 0 0,1 0 0,-1 0 0,0 0 0,0 0 0,0 0 0,0 0 0,1 0 0,-1 0 0,5-8 0,-4 6 0,3-6 0,-4 8 0,1 0 0,-1-4 0,1 3 0,-1-3 0,1 4 0,0 0 0,0 0 0,-1 0 0,1 0 0,0 0 0,-1 0 0,1 0 0,0 0 0,-1 0 0,1 0 0,-1 0 0,1 0 0,-1 0 0,1 0 0,-1 0 0,0 0 0,0 0 0,1 0 0,-1 0 0,0 0 0,1 0 0,0 0 0,-1 0 0,1 0 0,0 0 0,-1 0 0,1 0 0,-1 0 0,1 0 0,-1 0 0,1 0 0,-1 0 0,1 4 0,-1-3 0,0 7 0,1-7 0,-1 3 0,4 0 0,-3-3 0,3 3 0,-4-4 0,0 4 0,0-3 0,0 3 0,0-4 0,0 4 0,0-3 0,0 3 0,1-4 0,3 4 0,-3-3 0,4 2 0,-1 1 0,-3-3 0,3 3 0,0 0 0,-2-3 0,2 3 0,-4 0 0,1-3 0,-1 2 0,0-3 0,1 0 0,-1 0 0,1 0 0,7 0 0,5-3 0,5 2 0,3-3 0,-4 4 0,0 0 0,-3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7-24T07:57:44.261"/>
    </inkml:context>
    <inkml:brush xml:id="br0">
      <inkml:brushProperty name="width" value="0.05" units="cm"/>
      <inkml:brushProperty name="height" value="0.05" units="cm"/>
      <inkml:brushProperty name="color" value="#FFFFFF"/>
    </inkml:brush>
  </inkml:definitions>
  <inkml:trace contextRef="#ctx0" brushRef="#br0">0 9 24575,'9'0'0,"-1"0"0,5 0 0,-3 0 0,3 0 0,-4 0 0,0 0 0,-1 0 0,1 0 0,0 0 0,-1 0 0,1 0 0,-1 0 0,0 0 0,1 0 0,-1-4 0,1 3 0,0-3 0,0 4 0,-1 0 0,1 0 0,-1 0 0,0 0 0,-3 0 0,-2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39E533-729B-BA48-A164-05D99C7387B5}" type="datetimeFigureOut">
              <a:rPr lang="en-US" smtClean="0"/>
              <a:t>8/2/2022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DCD398-69F5-0946-AF06-D687505AA4B4}" type="slidenum">
              <a:rPr lang="en-US" smtClean="0"/>
              <a:t>‹#›</a:t>
            </a:fld>
            <a:endParaRPr lang="en-US"/>
          </a:p>
        </p:txBody>
      </p:sp>
    </p:spTree>
    <p:extLst>
      <p:ext uri="{BB962C8B-B14F-4D97-AF65-F5344CB8AC3E}">
        <p14:creationId xmlns:p14="http://schemas.microsoft.com/office/powerpoint/2010/main" val="2254819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A618E1B-ADE4-4D4A-9FF2-B63651047DC2}" type="datetimeFigureOut">
              <a:rPr lang="en-US" smtClean="0"/>
              <a:t>8/2/2022</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1194333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5A618E1B-ADE4-4D4A-9FF2-B63651047DC2}" type="datetimeFigureOut">
              <a:rPr lang="en-US" smtClean="0"/>
              <a:t>8/2/2022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1895124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A618E1B-ADE4-4D4A-9FF2-B63651047DC2}" type="datetimeFigureOut">
              <a:rPr lang="en-US" smtClean="0"/>
              <a:t>8/2/2022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3010843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5A618E1B-ADE4-4D4A-9FF2-B63651047DC2}" type="datetimeFigureOut">
              <a:rPr lang="en-US" smtClean="0"/>
              <a:t>8/2/2022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3986569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5A618E1B-ADE4-4D4A-9FF2-B63651047DC2}" type="datetimeFigureOut">
              <a:rPr lang="en-US" smtClean="0"/>
              <a:t>8/2/2022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471609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5A618E1B-ADE4-4D4A-9FF2-B63651047DC2}" type="datetimeFigureOut">
              <a:rPr lang="en-US" smtClean="0"/>
              <a:t>8/2/2022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374195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618E1B-ADE4-4D4A-9FF2-B63651047DC2}" type="datetimeFigureOut">
              <a:rPr lang="en-US" smtClean="0"/>
              <a:t>8/2/2022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2923172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A618E1B-ADE4-4D4A-9FF2-B63651047DC2}" type="datetimeFigureOut">
              <a:rPr lang="en-US" smtClean="0"/>
              <a:t>8/2/2022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2664763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A618E1B-ADE4-4D4A-9FF2-B63651047DC2}" type="datetimeFigureOut">
              <a:rPr lang="en-US" smtClean="0"/>
              <a:t>8/2/2022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1521393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A618E1B-ADE4-4D4A-9FF2-B63651047DC2}" type="datetimeFigureOut">
              <a:rPr lang="en-US" smtClean="0"/>
              <a:t>8/2/2022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2962825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A618E1B-ADE4-4D4A-9FF2-B63651047DC2}" type="datetimeFigureOut">
              <a:rPr lang="en-US" smtClean="0"/>
              <a:t>8/2/2022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1158537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A618E1B-ADE4-4D4A-9FF2-B63651047DC2}" type="datetimeFigureOut">
              <a:rPr lang="en-US" smtClean="0"/>
              <a:t>8/2/2022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69CBD-BAF9-7742-B9B2-7B7B5CA1A581}"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3810746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A618E1B-ADE4-4D4A-9FF2-B63651047DC2}" type="datetimeFigureOut">
              <a:rPr lang="en-US" smtClean="0"/>
              <a:t>8/2/2022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3140686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5A618E1B-ADE4-4D4A-9FF2-B63651047DC2}" type="datetimeFigureOut">
              <a:rPr lang="en-US" smtClean="0"/>
              <a:t>8/2/2022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163942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5A618E1B-ADE4-4D4A-9FF2-B63651047DC2}" type="datetimeFigureOut">
              <a:rPr lang="en-US" smtClean="0"/>
              <a:t>8/2/2022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317060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5A618E1B-ADE4-4D4A-9FF2-B63651047DC2}" type="datetimeFigureOut">
              <a:rPr lang="en-US" smtClean="0"/>
              <a:t>8/2/2022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41815594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5A618E1B-ADE4-4D4A-9FF2-B63651047DC2}" type="datetimeFigureOut">
              <a:rPr lang="en-US" smtClean="0"/>
              <a:t>8/2/2022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69CBD-BAF9-7742-B9B2-7B7B5CA1A581}" type="slidenum">
              <a:rPr lang="en-US" smtClean="0"/>
              <a:t>‹#›</a:t>
            </a:fld>
            <a:endParaRPr lang="en-US"/>
          </a:p>
        </p:txBody>
      </p:sp>
    </p:spTree>
    <p:extLst>
      <p:ext uri="{BB962C8B-B14F-4D97-AF65-F5344CB8AC3E}">
        <p14:creationId xmlns:p14="http://schemas.microsoft.com/office/powerpoint/2010/main" val="1607695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A618E1B-ADE4-4D4A-9FF2-B63651047DC2}" type="datetimeFigureOut">
              <a:rPr lang="en-US" smtClean="0"/>
              <a:t>8/2/2022</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8669CBD-BAF9-7742-B9B2-7B7B5CA1A581}" type="slidenum">
              <a:rPr lang="en-US" smtClean="0"/>
              <a:t>‹#›</a:t>
            </a:fld>
            <a:endParaRPr lang="en-US"/>
          </a:p>
        </p:txBody>
      </p:sp>
    </p:spTree>
    <p:extLst>
      <p:ext uri="{BB962C8B-B14F-4D97-AF65-F5344CB8AC3E}">
        <p14:creationId xmlns:p14="http://schemas.microsoft.com/office/powerpoint/2010/main" val="342108578"/>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portal.azure.com/" TargetMode="Externa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docs.microsoft.com/en-us/cli/azure/aks#az-aks-get-credentials" TargetMode="External"/><Relationship Id="rId2" Type="http://schemas.openxmlformats.org/officeDocument/2006/relationships/hyperlink" Target="https://docs.microsoft.com/en-us/cli/azure/aks#az-aks-install-cli" TargetMode="Externa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cs.microsoft.com/en-us/azure/aks/concepts-network#kubenet-basic-networking" TargetMode="External"/><Relationship Id="rId2" Type="http://schemas.openxmlformats.org/officeDocument/2006/relationships/hyperlink" Target="https://github.com/Azure/azure-container-networking/blob/master/docs/cni.md" TargetMode="External"/><Relationship Id="rId1" Type="http://schemas.openxmlformats.org/officeDocument/2006/relationships/slideLayout" Target="../slideLayouts/slideLayout2.xml"/><Relationship Id="rId5" Type="http://schemas.openxmlformats.org/officeDocument/2006/relationships/hyperlink" Target="https://docs.microsoft.com/en-us/azure/role-based-access-control/custom-roles" TargetMode="External"/><Relationship Id="rId4" Type="http://schemas.openxmlformats.org/officeDocument/2006/relationships/hyperlink" Target="https://docs.microsoft.com/en-us/azure/role-based-access-control/built-in-roles#network-contributor"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cs.microsoft.com/en-us/azure/storage/files/storage-files-introduction" TargetMode="External"/><Relationship Id="rId2" Type="http://schemas.openxmlformats.org/officeDocument/2006/relationships/hyperlink" Target="https://docs.microsoft.com/en-us/azure/storage/blobs/storage-blobs-introduction" TargetMode="External"/><Relationship Id="rId1" Type="http://schemas.openxmlformats.org/officeDocument/2006/relationships/slideLayout" Target="../slideLayouts/slideLayout2.xml"/><Relationship Id="rId6" Type="http://schemas.openxmlformats.org/officeDocument/2006/relationships/hyperlink" Target="https://docs.microsoft.com/en-us/azure/virtual-machines/managed-disks-overview" TargetMode="External"/><Relationship Id="rId5" Type="http://schemas.openxmlformats.org/officeDocument/2006/relationships/hyperlink" Target="https://docs.microsoft.com/en-us/azure/storage/tables/table-storage-overview" TargetMode="External"/><Relationship Id="rId4" Type="http://schemas.openxmlformats.org/officeDocument/2006/relationships/hyperlink" Target="https://docs.microsoft.com/en-us/azure/storage/queues/storage-queues-introduction"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7.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36.png"/><Relationship Id="rId4" Type="http://schemas.openxmlformats.org/officeDocument/2006/relationships/customXml" Target="../ink/ink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1D8B7-23D5-339F-F812-142EB485F168}"/>
              </a:ext>
            </a:extLst>
          </p:cNvPr>
          <p:cNvSpPr>
            <a:spLocks noGrp="1"/>
          </p:cNvSpPr>
          <p:nvPr>
            <p:ph type="title"/>
          </p:nvPr>
        </p:nvSpPr>
        <p:spPr>
          <a:xfrm>
            <a:off x="1141413" y="618518"/>
            <a:ext cx="9905998" cy="759345"/>
          </a:xfrm>
        </p:spPr>
        <p:txBody>
          <a:bodyPr/>
          <a:lstStyle/>
          <a:p>
            <a:r>
              <a:rPr lang="en-US"/>
              <a:t>Azure Container registry</a:t>
            </a:r>
          </a:p>
        </p:txBody>
      </p:sp>
      <p:sp>
        <p:nvSpPr>
          <p:cNvPr id="3" name="Content Placeholder 2">
            <a:extLst>
              <a:ext uri="{FF2B5EF4-FFF2-40B4-BE49-F238E27FC236}">
                <a16:creationId xmlns:a16="http://schemas.microsoft.com/office/drawing/2014/main" id="{1F1702E2-6F96-CAEB-C265-AAD1938AD6CC}"/>
              </a:ext>
            </a:extLst>
          </p:cNvPr>
          <p:cNvSpPr>
            <a:spLocks noGrp="1"/>
          </p:cNvSpPr>
          <p:nvPr>
            <p:ph idx="1"/>
          </p:nvPr>
        </p:nvSpPr>
        <p:spPr/>
        <p:txBody>
          <a:bodyPr/>
          <a:lstStyle/>
          <a:p>
            <a:r>
              <a:rPr lang="en-IN"/>
              <a:t>Build, store, secure, scan, replicate, and manage container images and artifacts</a:t>
            </a:r>
          </a:p>
          <a:p>
            <a:r>
              <a:rPr lang="en-IN"/>
              <a:t>Automate container image builds and maintenance with ACR Tasks</a:t>
            </a:r>
          </a:p>
        </p:txBody>
      </p:sp>
    </p:spTree>
    <p:extLst>
      <p:ext uri="{BB962C8B-B14F-4D97-AF65-F5344CB8AC3E}">
        <p14:creationId xmlns:p14="http://schemas.microsoft.com/office/powerpoint/2010/main" val="1606113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946B2-7FC4-95F7-087F-9C20AEC4D057}"/>
              </a:ext>
            </a:extLst>
          </p:cNvPr>
          <p:cNvSpPr>
            <a:spLocks noGrp="1"/>
          </p:cNvSpPr>
          <p:nvPr>
            <p:ph type="title"/>
          </p:nvPr>
        </p:nvSpPr>
        <p:spPr>
          <a:xfrm>
            <a:off x="1141413" y="250428"/>
            <a:ext cx="9905998" cy="923330"/>
          </a:xfrm>
        </p:spPr>
        <p:txBody>
          <a:bodyPr/>
          <a:lstStyle/>
          <a:p>
            <a:r>
              <a:rPr lang="en-US" err="1"/>
              <a:t>ClUSter</a:t>
            </a:r>
            <a:r>
              <a:rPr lang="en-US"/>
              <a:t> Creation</a:t>
            </a:r>
          </a:p>
        </p:txBody>
      </p:sp>
      <p:sp>
        <p:nvSpPr>
          <p:cNvPr id="4" name="TextBox 3">
            <a:extLst>
              <a:ext uri="{FF2B5EF4-FFF2-40B4-BE49-F238E27FC236}">
                <a16:creationId xmlns:a16="http://schemas.microsoft.com/office/drawing/2014/main" id="{33765A3C-E17C-3E37-56DF-D9A076EE5C55}"/>
              </a:ext>
            </a:extLst>
          </p:cNvPr>
          <p:cNvSpPr txBox="1"/>
          <p:nvPr/>
        </p:nvSpPr>
        <p:spPr>
          <a:xfrm>
            <a:off x="1141413" y="1041063"/>
            <a:ext cx="10156518" cy="1631216"/>
          </a:xfrm>
          <a:prstGeom prst="rect">
            <a:avLst/>
          </a:prstGeom>
          <a:noFill/>
        </p:spPr>
        <p:txBody>
          <a:bodyPr wrap="square">
            <a:spAutoFit/>
          </a:bodyPr>
          <a:lstStyle/>
          <a:p>
            <a:pPr marL="285750" indent="-285750" algn="l">
              <a:buFont typeface="Arial" panose="020B0604020202020204" pitchFamily="34" charset="0"/>
              <a:buChar char="•"/>
            </a:pPr>
            <a:r>
              <a:rPr lang="en-IN" sz="2000"/>
              <a:t>Sign in to the </a:t>
            </a:r>
            <a:r>
              <a:rPr lang="en-IN" sz="2000">
                <a:hlinkClick r:id="rId2">
                  <a:extLst>
                    <a:ext uri="{A12FA001-AC4F-418D-AE19-62706E023703}">
                      <ahyp:hlinkClr xmlns:ahyp="http://schemas.microsoft.com/office/drawing/2018/hyperlinkcolor" val="tx"/>
                    </a:ext>
                  </a:extLst>
                </a:hlinkClick>
              </a:rPr>
              <a:t>Azure portal</a:t>
            </a:r>
            <a:r>
              <a:rPr lang="en-IN" sz="2000"/>
              <a:t>.</a:t>
            </a:r>
          </a:p>
          <a:p>
            <a:pPr marL="285750" indent="-285750">
              <a:buFont typeface="Arial" panose="020B0604020202020204" pitchFamily="34" charset="0"/>
              <a:buChar char="•"/>
            </a:pPr>
            <a:r>
              <a:rPr lang="en-IN" sz="2000"/>
              <a:t>On the Azure portal menu or from the Home page, select Create a resource.</a:t>
            </a:r>
            <a:br>
              <a:rPr lang="en-IN" sz="2000"/>
            </a:br>
            <a:r>
              <a:rPr lang="en-IN" sz="2000" b="1"/>
              <a:t>Project details</a:t>
            </a:r>
            <a:r>
              <a:rPr lang="en-IN" sz="2000"/>
              <a:t>: Select an Azure </a:t>
            </a:r>
            <a:r>
              <a:rPr lang="en-IN" sz="2000" b="1"/>
              <a:t>Subscription</a:t>
            </a:r>
            <a:r>
              <a:rPr lang="en-IN" sz="2000"/>
              <a:t>.</a:t>
            </a:r>
          </a:p>
          <a:p>
            <a:pPr marL="285750" indent="-285750">
              <a:buFont typeface="Arial" panose="020B0604020202020204" pitchFamily="34" charset="0"/>
              <a:buChar char="•"/>
            </a:pPr>
            <a:r>
              <a:rPr lang="en-IN" sz="2000"/>
              <a:t>Select or create an Azure </a:t>
            </a:r>
            <a:r>
              <a:rPr lang="en-IN" sz="2000" b="1"/>
              <a:t>Resource group</a:t>
            </a:r>
            <a:r>
              <a:rPr lang="en-IN" sz="2000"/>
              <a:t>, such as </a:t>
            </a:r>
            <a:r>
              <a:rPr lang="en-IN" sz="2000" i="1" err="1"/>
              <a:t>myResourceGroup</a:t>
            </a:r>
            <a:endParaRPr lang="en-IN" sz="2000"/>
          </a:p>
          <a:p>
            <a:pPr marL="285750" indent="-285750" algn="l">
              <a:buFont typeface="Arial" panose="020B0604020202020204" pitchFamily="34" charset="0"/>
              <a:buChar char="•"/>
            </a:pPr>
            <a:endParaRPr lang="en-IN" sz="2000"/>
          </a:p>
        </p:txBody>
      </p:sp>
      <p:pic>
        <p:nvPicPr>
          <p:cNvPr id="5122" name="Picture 2" descr="Screenshot of Create AKS cluster - provide basic information.">
            <a:extLst>
              <a:ext uri="{FF2B5EF4-FFF2-40B4-BE49-F238E27FC236}">
                <a16:creationId xmlns:a16="http://schemas.microsoft.com/office/drawing/2014/main" id="{FAF55852-FDB3-DF8C-9ABF-D585CC3CE8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413" y="2558753"/>
            <a:ext cx="3971939" cy="423359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Screenshot of Create AKS cluster - portal preset options.">
            <a:extLst>
              <a:ext uri="{FF2B5EF4-FFF2-40B4-BE49-F238E27FC236}">
                <a16:creationId xmlns:a16="http://schemas.microsoft.com/office/drawing/2014/main" id="{3BC55A49-F6EB-490C-6B0F-C60DDB5837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3872" y="2558753"/>
            <a:ext cx="6636062" cy="4233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996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4658F-68E3-2F64-BA17-1F1A0154C12B}"/>
              </a:ext>
            </a:extLst>
          </p:cNvPr>
          <p:cNvSpPr>
            <a:spLocks noGrp="1"/>
          </p:cNvSpPr>
          <p:nvPr>
            <p:ph type="title"/>
          </p:nvPr>
        </p:nvSpPr>
        <p:spPr>
          <a:xfrm>
            <a:off x="1141413" y="618518"/>
            <a:ext cx="9905998" cy="546403"/>
          </a:xfrm>
        </p:spPr>
        <p:txBody>
          <a:bodyPr>
            <a:normAutofit fontScale="90000"/>
          </a:bodyPr>
          <a:lstStyle/>
          <a:p>
            <a:r>
              <a:rPr lang="en-US"/>
              <a:t>Continues…</a:t>
            </a:r>
          </a:p>
        </p:txBody>
      </p:sp>
      <p:pic>
        <p:nvPicPr>
          <p:cNvPr id="6146" name="Picture 2">
            <a:extLst>
              <a:ext uri="{FF2B5EF4-FFF2-40B4-BE49-F238E27FC236}">
                <a16:creationId xmlns:a16="http://schemas.microsoft.com/office/drawing/2014/main" id="{F1F5EDF6-8FAD-18D0-F4B6-D4545FB901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674" y="1164921"/>
            <a:ext cx="5335325" cy="477241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6D6FABBE-5E8B-D26A-83E5-BBEC24D2C7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136" r="19331" b="-466"/>
          <a:stretch/>
        </p:blipFill>
        <p:spPr bwMode="auto">
          <a:xfrm>
            <a:off x="6325644" y="1164922"/>
            <a:ext cx="4872624" cy="4772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4516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3A9D6-2C51-0E74-6FAD-3203501DC400}"/>
              </a:ext>
            </a:extLst>
          </p:cNvPr>
          <p:cNvSpPr>
            <a:spLocks noGrp="1"/>
          </p:cNvSpPr>
          <p:nvPr>
            <p:ph type="title"/>
          </p:nvPr>
        </p:nvSpPr>
        <p:spPr>
          <a:xfrm>
            <a:off x="1141413" y="618518"/>
            <a:ext cx="9905998" cy="546403"/>
          </a:xfrm>
        </p:spPr>
        <p:txBody>
          <a:bodyPr>
            <a:normAutofit fontScale="90000"/>
          </a:bodyPr>
          <a:lstStyle/>
          <a:p>
            <a:r>
              <a:rPr lang="en-US"/>
              <a:t>Continues…</a:t>
            </a:r>
          </a:p>
        </p:txBody>
      </p:sp>
      <p:pic>
        <p:nvPicPr>
          <p:cNvPr id="7170" name="Picture 2">
            <a:extLst>
              <a:ext uri="{FF2B5EF4-FFF2-40B4-BE49-F238E27FC236}">
                <a16:creationId xmlns:a16="http://schemas.microsoft.com/office/drawing/2014/main" id="{BA554A1F-ECE2-47DE-C9A0-0E8BEF748C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3214"/>
          <a:stretch/>
        </p:blipFill>
        <p:spPr bwMode="auto">
          <a:xfrm>
            <a:off x="1141412" y="1164921"/>
            <a:ext cx="5246861" cy="56052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53FCECFA-3EC7-1F57-A817-F058A595E6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823" r="57963"/>
          <a:stretch/>
        </p:blipFill>
        <p:spPr bwMode="auto">
          <a:xfrm>
            <a:off x="6518419" y="618518"/>
            <a:ext cx="5429742" cy="6151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54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663BC-594A-5BA0-15C2-487BF407372E}"/>
              </a:ext>
            </a:extLst>
          </p:cNvPr>
          <p:cNvSpPr>
            <a:spLocks noGrp="1"/>
          </p:cNvSpPr>
          <p:nvPr>
            <p:ph type="title"/>
          </p:nvPr>
        </p:nvSpPr>
        <p:spPr>
          <a:xfrm>
            <a:off x="1141413" y="618518"/>
            <a:ext cx="9905998" cy="692122"/>
          </a:xfrm>
        </p:spPr>
        <p:txBody>
          <a:bodyPr/>
          <a:lstStyle/>
          <a:p>
            <a:r>
              <a:rPr lang="en-US"/>
              <a:t>Continues…</a:t>
            </a:r>
          </a:p>
        </p:txBody>
      </p:sp>
      <p:pic>
        <p:nvPicPr>
          <p:cNvPr id="8194" name="Picture 2" descr="Kubernetes cluster">
            <a:extLst>
              <a:ext uri="{FF2B5EF4-FFF2-40B4-BE49-F238E27FC236}">
                <a16:creationId xmlns:a16="http://schemas.microsoft.com/office/drawing/2014/main" id="{606BBC83-3FEF-EF8D-B08A-A1F4BFC726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290" t="2000" r="10276"/>
          <a:stretch/>
        </p:blipFill>
        <p:spPr bwMode="auto">
          <a:xfrm>
            <a:off x="949476" y="1143000"/>
            <a:ext cx="5283684" cy="554736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Kubernetes cluster">
            <a:extLst>
              <a:ext uri="{FF2B5EF4-FFF2-40B4-BE49-F238E27FC236}">
                <a16:creationId xmlns:a16="http://schemas.microsoft.com/office/drawing/2014/main" id="{92ACB094-53B0-11D1-E311-4BF10A32F4A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619" t="2445" r="14813"/>
          <a:stretch/>
        </p:blipFill>
        <p:spPr bwMode="auto">
          <a:xfrm>
            <a:off x="6425097" y="1143000"/>
            <a:ext cx="5283684" cy="5547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0315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28B4F-C2BC-B293-4F79-803425ABF992}"/>
              </a:ext>
            </a:extLst>
          </p:cNvPr>
          <p:cNvSpPr>
            <a:spLocks noGrp="1"/>
          </p:cNvSpPr>
          <p:nvPr>
            <p:ph type="title"/>
          </p:nvPr>
        </p:nvSpPr>
        <p:spPr>
          <a:xfrm>
            <a:off x="1141413" y="618518"/>
            <a:ext cx="9905998" cy="676882"/>
          </a:xfrm>
        </p:spPr>
        <p:txBody>
          <a:bodyPr/>
          <a:lstStyle/>
          <a:p>
            <a:r>
              <a:rPr lang="en-US"/>
              <a:t>Continues…</a:t>
            </a:r>
          </a:p>
        </p:txBody>
      </p:sp>
      <p:pic>
        <p:nvPicPr>
          <p:cNvPr id="9218" name="Picture 2" descr="Screenshot of AKS dashboard in the Azure portal.">
            <a:extLst>
              <a:ext uri="{FF2B5EF4-FFF2-40B4-BE49-F238E27FC236}">
                <a16:creationId xmlns:a16="http://schemas.microsoft.com/office/drawing/2014/main" id="{4D35B7DB-FFBF-BBFC-4538-363F48A826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326" y="1295400"/>
            <a:ext cx="10626171" cy="5197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19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AF70-65BA-63C8-8883-6492F42750A9}"/>
              </a:ext>
            </a:extLst>
          </p:cNvPr>
          <p:cNvSpPr>
            <a:spLocks noGrp="1"/>
          </p:cNvSpPr>
          <p:nvPr>
            <p:ph type="title"/>
          </p:nvPr>
        </p:nvSpPr>
        <p:spPr>
          <a:xfrm>
            <a:off x="1144591" y="0"/>
            <a:ext cx="9630089" cy="592666"/>
          </a:xfrm>
        </p:spPr>
        <p:txBody>
          <a:bodyPr>
            <a:normAutofit/>
          </a:bodyPr>
          <a:lstStyle/>
          <a:p>
            <a:r>
              <a:rPr lang="en-IN" b="1"/>
              <a:t>Connect to the Azure Kubernetes Cluster</a:t>
            </a:r>
            <a:endParaRPr lang="en-US"/>
          </a:p>
        </p:txBody>
      </p:sp>
      <p:sp>
        <p:nvSpPr>
          <p:cNvPr id="4" name="Text Placeholder 3">
            <a:extLst>
              <a:ext uri="{FF2B5EF4-FFF2-40B4-BE49-F238E27FC236}">
                <a16:creationId xmlns:a16="http://schemas.microsoft.com/office/drawing/2014/main" id="{83DDBC10-F1C3-2B24-472A-4FC356373B8D}"/>
              </a:ext>
            </a:extLst>
          </p:cNvPr>
          <p:cNvSpPr>
            <a:spLocks noGrp="1"/>
          </p:cNvSpPr>
          <p:nvPr>
            <p:ph type="body" sz="half" idx="2"/>
          </p:nvPr>
        </p:nvSpPr>
        <p:spPr>
          <a:xfrm>
            <a:off x="1144591" y="883072"/>
            <a:ext cx="3856037" cy="4770968"/>
          </a:xfrm>
        </p:spPr>
        <p:txBody>
          <a:bodyPr>
            <a:normAutofit/>
          </a:bodyPr>
          <a:lstStyle/>
          <a:p>
            <a:pPr marL="285750" indent="-285750">
              <a:buFont typeface="Arial" panose="020B0604020202020204" pitchFamily="34" charset="0"/>
              <a:buChar char="•"/>
            </a:pPr>
            <a:r>
              <a:rPr lang="en-IN" sz="1800"/>
              <a:t>Using Cloud Shell</a:t>
            </a:r>
          </a:p>
          <a:p>
            <a:pPr marL="285750" indent="-285750">
              <a:buFont typeface="Arial" panose="020B0604020202020204" pitchFamily="34" charset="0"/>
              <a:buChar char="•"/>
            </a:pPr>
            <a:r>
              <a:rPr lang="en-IN" sz="1800"/>
              <a:t>Using Azure CLI</a:t>
            </a:r>
          </a:p>
          <a:p>
            <a:r>
              <a:rPr lang="en-IN"/>
              <a:t>Install </a:t>
            </a:r>
            <a:r>
              <a:rPr lang="en-IN" sz="1800" err="1"/>
              <a:t>kubectl</a:t>
            </a:r>
            <a:r>
              <a:rPr lang="en-IN"/>
              <a:t> locally using the </a:t>
            </a:r>
            <a:r>
              <a:rPr lang="en-IN" b="1">
                <a:hlinkClick r:id="rId2"/>
              </a:rPr>
              <a:t>az aks install-cli</a:t>
            </a:r>
            <a:r>
              <a:rPr lang="en-IN" b="1"/>
              <a:t> </a:t>
            </a:r>
            <a:r>
              <a:rPr lang="en-IN"/>
              <a:t>command.</a:t>
            </a:r>
          </a:p>
          <a:p>
            <a:r>
              <a:rPr lang="en-IN"/>
              <a:t>Configure </a:t>
            </a:r>
            <a:r>
              <a:rPr lang="en-IN" sz="1800" err="1"/>
              <a:t>kubectl</a:t>
            </a:r>
            <a:r>
              <a:rPr lang="en-IN"/>
              <a:t> to connect to your Kubernetes cluster using the </a:t>
            </a:r>
            <a:r>
              <a:rPr lang="en-IN">
                <a:hlinkClick r:id="rId3"/>
              </a:rPr>
              <a:t>az aks get-credentials</a:t>
            </a:r>
            <a:r>
              <a:rPr lang="en-IN"/>
              <a:t> command.</a:t>
            </a:r>
          </a:p>
          <a:p>
            <a:r>
              <a:rPr lang="en-US" sz="1800" err="1"/>
              <a:t>az</a:t>
            </a:r>
            <a:r>
              <a:rPr lang="en-US" sz="1800"/>
              <a:t> </a:t>
            </a:r>
            <a:r>
              <a:rPr lang="en-US" sz="1800" err="1"/>
              <a:t>aks</a:t>
            </a:r>
            <a:r>
              <a:rPr lang="en-US" sz="1800"/>
              <a:t> get-credentials --resource-group </a:t>
            </a:r>
            <a:r>
              <a:rPr lang="en-US" sz="1800" err="1"/>
              <a:t>myResourceGroup</a:t>
            </a:r>
            <a:r>
              <a:rPr lang="en-US" sz="1800"/>
              <a:t> --name </a:t>
            </a:r>
            <a:r>
              <a:rPr lang="en-US" sz="1800" err="1"/>
              <a:t>myAKSCluster</a:t>
            </a:r>
            <a:endParaRPr lang="en-US" sz="1800"/>
          </a:p>
          <a:p>
            <a:r>
              <a:rPr lang="en-US" sz="1800"/>
              <a:t>To get the list of Nodes</a:t>
            </a:r>
          </a:p>
          <a:p>
            <a:r>
              <a:rPr lang="en-US" sz="1800" err="1"/>
              <a:t>kubectl</a:t>
            </a:r>
            <a:r>
              <a:rPr lang="en-US" sz="1800"/>
              <a:t> get nodes</a:t>
            </a:r>
          </a:p>
        </p:txBody>
      </p:sp>
      <p:pic>
        <p:nvPicPr>
          <p:cNvPr id="10242" name="Picture 2" descr="Cloud shell">
            <a:extLst>
              <a:ext uri="{FF2B5EF4-FFF2-40B4-BE49-F238E27FC236}">
                <a16:creationId xmlns:a16="http://schemas.microsoft.com/office/drawing/2014/main" id="{5E8706E8-323E-BAEA-068D-058ABFF2E142}"/>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r="15907" b="24014"/>
          <a:stretch/>
        </p:blipFill>
        <p:spPr bwMode="auto">
          <a:xfrm>
            <a:off x="5156200" y="592666"/>
            <a:ext cx="5891209" cy="5061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285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16954-1B54-B228-0F6E-83E3B5C655C6}"/>
              </a:ext>
            </a:extLst>
          </p:cNvPr>
          <p:cNvSpPr>
            <a:spLocks noGrp="1"/>
          </p:cNvSpPr>
          <p:nvPr>
            <p:ph type="title"/>
          </p:nvPr>
        </p:nvSpPr>
        <p:spPr/>
        <p:txBody>
          <a:bodyPr/>
          <a:lstStyle/>
          <a:p>
            <a:r>
              <a:rPr lang="en-US"/>
              <a:t>NODE Pools</a:t>
            </a:r>
          </a:p>
        </p:txBody>
      </p:sp>
      <p:sp>
        <p:nvSpPr>
          <p:cNvPr id="3" name="Content Placeholder 2">
            <a:extLst>
              <a:ext uri="{FF2B5EF4-FFF2-40B4-BE49-F238E27FC236}">
                <a16:creationId xmlns:a16="http://schemas.microsoft.com/office/drawing/2014/main" id="{E9757B2C-74D2-1DC5-283E-513A33A38AB3}"/>
              </a:ext>
            </a:extLst>
          </p:cNvPr>
          <p:cNvSpPr>
            <a:spLocks noGrp="1"/>
          </p:cNvSpPr>
          <p:nvPr>
            <p:ph idx="1"/>
          </p:nvPr>
        </p:nvSpPr>
        <p:spPr/>
        <p:txBody>
          <a:bodyPr vert="horz" lIns="91440" tIns="45720" rIns="91440" bIns="45720" rtlCol="0" anchor="t">
            <a:normAutofit fontScale="92500" lnSpcReduction="20000"/>
          </a:bodyPr>
          <a:lstStyle/>
          <a:p>
            <a:r>
              <a:rPr lang="en-US" err="1">
                <a:ea typeface="+mn-lt"/>
                <a:cs typeface="+mn-lt"/>
              </a:rPr>
              <a:t>az</a:t>
            </a:r>
            <a:r>
              <a:rPr lang="en-US">
                <a:ea typeface="+mn-lt"/>
                <a:cs typeface="+mn-lt"/>
              </a:rPr>
              <a:t> </a:t>
            </a:r>
            <a:r>
              <a:rPr lang="en-US" err="1">
                <a:ea typeface="+mn-lt"/>
                <a:cs typeface="+mn-lt"/>
              </a:rPr>
              <a:t>aks</a:t>
            </a:r>
            <a:r>
              <a:rPr lang="en-US">
                <a:ea typeface="+mn-lt"/>
                <a:cs typeface="+mn-lt"/>
              </a:rPr>
              <a:t> </a:t>
            </a:r>
            <a:r>
              <a:rPr lang="en-US" err="1">
                <a:ea typeface="+mn-lt"/>
                <a:cs typeface="+mn-lt"/>
              </a:rPr>
              <a:t>nodepool</a:t>
            </a:r>
            <a:r>
              <a:rPr lang="en-US">
                <a:ea typeface="+mn-lt"/>
                <a:cs typeface="+mn-lt"/>
              </a:rPr>
              <a:t> add --resource-group </a:t>
            </a:r>
            <a:r>
              <a:rPr lang="en-US" err="1">
                <a:ea typeface="+mn-lt"/>
                <a:cs typeface="+mn-lt"/>
              </a:rPr>
              <a:t>myResourceGroup</a:t>
            </a:r>
            <a:r>
              <a:rPr lang="en-US">
                <a:ea typeface="+mn-lt"/>
                <a:cs typeface="+mn-lt"/>
              </a:rPr>
              <a:t> --cluster-name </a:t>
            </a:r>
            <a:r>
              <a:rPr lang="en-US" err="1">
                <a:ea typeface="+mn-lt"/>
                <a:cs typeface="+mn-lt"/>
              </a:rPr>
              <a:t>myAKSCluster</a:t>
            </a:r>
            <a:r>
              <a:rPr lang="en-US">
                <a:ea typeface="+mn-lt"/>
                <a:cs typeface="+mn-lt"/>
              </a:rPr>
              <a:t> --name </a:t>
            </a:r>
            <a:r>
              <a:rPr lang="en-US" err="1">
                <a:ea typeface="+mn-lt"/>
                <a:cs typeface="+mn-lt"/>
              </a:rPr>
              <a:t>mynodepool</a:t>
            </a:r>
            <a:r>
              <a:rPr lang="en-US">
                <a:ea typeface="+mn-lt"/>
                <a:cs typeface="+mn-lt"/>
              </a:rPr>
              <a:t> --node-count 3</a:t>
            </a:r>
            <a:endParaRPr lang="en-US"/>
          </a:p>
          <a:p>
            <a:r>
              <a:rPr lang="en-US" b="1">
                <a:ea typeface="+mn-lt"/>
                <a:cs typeface="+mn-lt"/>
              </a:rPr>
              <a:t>System</a:t>
            </a:r>
            <a:r>
              <a:rPr lang="en-US">
                <a:ea typeface="+mn-lt"/>
                <a:cs typeface="+mn-lt"/>
              </a:rPr>
              <a:t> and </a:t>
            </a:r>
            <a:r>
              <a:rPr lang="en-US" b="1">
                <a:ea typeface="+mn-lt"/>
                <a:cs typeface="+mn-lt"/>
              </a:rPr>
              <a:t>User</a:t>
            </a:r>
            <a:r>
              <a:rPr lang="en-US">
                <a:ea typeface="+mn-lt"/>
                <a:cs typeface="+mn-lt"/>
              </a:rPr>
              <a:t> node pools. </a:t>
            </a:r>
            <a:r>
              <a:rPr lang="en-US" b="1">
                <a:ea typeface="+mn-lt"/>
                <a:cs typeface="+mn-lt"/>
              </a:rPr>
              <a:t>System</a:t>
            </a:r>
            <a:r>
              <a:rPr lang="en-US">
                <a:ea typeface="+mn-lt"/>
                <a:cs typeface="+mn-lt"/>
              </a:rPr>
              <a:t> node pools primary purpose is hosting critical system pods like </a:t>
            </a:r>
            <a:r>
              <a:rPr lang="en-US" err="1">
                <a:ea typeface="+mn-lt"/>
                <a:cs typeface="+mn-lt"/>
              </a:rPr>
              <a:t>CoreDNS</a:t>
            </a:r>
            <a:r>
              <a:rPr lang="en-US">
                <a:ea typeface="+mn-lt"/>
                <a:cs typeface="+mn-lt"/>
              </a:rPr>
              <a:t> and </a:t>
            </a:r>
            <a:r>
              <a:rPr lang="en-US" err="1">
                <a:ea typeface="+mn-lt"/>
                <a:cs typeface="+mn-lt"/>
              </a:rPr>
              <a:t>tunnelfront</a:t>
            </a:r>
            <a:r>
              <a:rPr lang="en-US">
                <a:ea typeface="+mn-lt"/>
                <a:cs typeface="+mn-lt"/>
              </a:rPr>
              <a:t>. </a:t>
            </a:r>
            <a:r>
              <a:rPr lang="en-US" b="1">
                <a:ea typeface="+mn-lt"/>
                <a:cs typeface="+mn-lt"/>
              </a:rPr>
              <a:t>User</a:t>
            </a:r>
            <a:r>
              <a:rPr lang="en-US">
                <a:ea typeface="+mn-lt"/>
                <a:cs typeface="+mn-lt"/>
              </a:rPr>
              <a:t> node pools are designed for you to host your application pods.</a:t>
            </a:r>
            <a:endParaRPr lang="en-US"/>
          </a:p>
          <a:p>
            <a:r>
              <a:rPr lang="en-US"/>
              <a:t>Note: </a:t>
            </a:r>
            <a:r>
              <a:rPr lang="en-US">
                <a:ea typeface="+mn-lt"/>
                <a:cs typeface="+mn-lt"/>
              </a:rPr>
              <a:t>The name of a node pool must start with a lowercase letter and can only contain alphanumeric characters. For Linux node pools the length must be between 1 and 12 characters, for Windows node pools the length must be between 1 and 6 characters.</a:t>
            </a:r>
          </a:p>
        </p:txBody>
      </p:sp>
    </p:spTree>
    <p:extLst>
      <p:ext uri="{BB962C8B-B14F-4D97-AF65-F5344CB8AC3E}">
        <p14:creationId xmlns:p14="http://schemas.microsoft.com/office/powerpoint/2010/main" val="987906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81DB6-1575-B759-6813-2860D24DF7C2}"/>
              </a:ext>
            </a:extLst>
          </p:cNvPr>
          <p:cNvSpPr>
            <a:spLocks noGrp="1"/>
          </p:cNvSpPr>
          <p:nvPr>
            <p:ph type="title"/>
          </p:nvPr>
        </p:nvSpPr>
        <p:spPr>
          <a:xfrm>
            <a:off x="1141413" y="618518"/>
            <a:ext cx="9905998" cy="709241"/>
          </a:xfrm>
        </p:spPr>
        <p:txBody>
          <a:bodyPr/>
          <a:lstStyle/>
          <a:p>
            <a:r>
              <a:rPr lang="en-US"/>
              <a:t>Networking</a:t>
            </a:r>
          </a:p>
        </p:txBody>
      </p:sp>
      <p:sp>
        <p:nvSpPr>
          <p:cNvPr id="3" name="Content Placeholder 2">
            <a:extLst>
              <a:ext uri="{FF2B5EF4-FFF2-40B4-BE49-F238E27FC236}">
                <a16:creationId xmlns:a16="http://schemas.microsoft.com/office/drawing/2014/main" id="{A714CBF4-EE91-7D36-E2B4-214B10A4BB2C}"/>
              </a:ext>
            </a:extLst>
          </p:cNvPr>
          <p:cNvSpPr>
            <a:spLocks noGrp="1"/>
          </p:cNvSpPr>
          <p:nvPr>
            <p:ph idx="1"/>
          </p:nvPr>
        </p:nvSpPr>
        <p:spPr>
          <a:xfrm>
            <a:off x="1141412" y="1427967"/>
            <a:ext cx="9905999" cy="4363234"/>
          </a:xfrm>
        </p:spPr>
        <p:txBody>
          <a:bodyPr>
            <a:normAutofit/>
          </a:bodyPr>
          <a:lstStyle/>
          <a:p>
            <a:r>
              <a:rPr lang="en-IN" sz="1700"/>
              <a:t>The Kubernetes network model provides the foundation for understanding how containers, pods, and services within Kubernetes communicate with each other.</a:t>
            </a:r>
          </a:p>
          <a:p>
            <a:r>
              <a:rPr lang="en-IN" sz="1700"/>
              <a:t>The Kubernetes network model specifies:</a:t>
            </a:r>
          </a:p>
          <a:p>
            <a:pPr marL="0" indent="0" fontAlgn="base">
              <a:buNone/>
            </a:pPr>
            <a:r>
              <a:rPr lang="en-IN" sz="1700"/>
              <a:t>	- Every pod gets its own IP address</a:t>
            </a:r>
          </a:p>
          <a:p>
            <a:pPr marL="0" indent="0" fontAlgn="base">
              <a:buNone/>
            </a:pPr>
            <a:r>
              <a:rPr lang="en-IN" sz="1700"/>
              <a:t>	- Containers within a pod share the pod IP address and can communicate freely with each other</a:t>
            </a:r>
          </a:p>
          <a:p>
            <a:pPr marL="0" indent="0" fontAlgn="base">
              <a:buNone/>
            </a:pPr>
            <a:r>
              <a:rPr lang="en-IN" sz="1700"/>
              <a:t>	- Pods can communicate with all other pods in the cluster using pod IP addresses</a:t>
            </a:r>
          </a:p>
          <a:p>
            <a:pPr marL="0" indent="0" fontAlgn="base">
              <a:buNone/>
            </a:pPr>
            <a:r>
              <a:rPr lang="en-IN" sz="1700"/>
              <a:t>	- Isolation (restricting what each pod can communicate with) is defined using network policies</a:t>
            </a:r>
          </a:p>
          <a:p>
            <a:pPr marL="0" indent="0" fontAlgn="base">
              <a:buNone/>
            </a:pPr>
            <a:r>
              <a:rPr lang="en-IN" sz="1700"/>
              <a:t>Networking Model Commonly used – Calico, Flannel, Weave Net</a:t>
            </a:r>
          </a:p>
          <a:p>
            <a:endParaRPr lang="en-US"/>
          </a:p>
        </p:txBody>
      </p:sp>
    </p:spTree>
    <p:extLst>
      <p:ext uri="{BB962C8B-B14F-4D97-AF65-F5344CB8AC3E}">
        <p14:creationId xmlns:p14="http://schemas.microsoft.com/office/powerpoint/2010/main" val="3982649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D7A2A-32BF-040E-21AC-554F3F12AFAB}"/>
              </a:ext>
            </a:extLst>
          </p:cNvPr>
          <p:cNvSpPr>
            <a:spLocks noGrp="1"/>
          </p:cNvSpPr>
          <p:nvPr>
            <p:ph type="title"/>
          </p:nvPr>
        </p:nvSpPr>
        <p:spPr>
          <a:xfrm>
            <a:off x="1141412" y="355472"/>
            <a:ext cx="9905998" cy="621559"/>
          </a:xfrm>
        </p:spPr>
        <p:txBody>
          <a:bodyPr/>
          <a:lstStyle/>
          <a:p>
            <a:r>
              <a:rPr lang="en-US"/>
              <a:t>Network plugin</a:t>
            </a:r>
          </a:p>
        </p:txBody>
      </p:sp>
      <p:sp>
        <p:nvSpPr>
          <p:cNvPr id="3" name="Content Placeholder 2">
            <a:extLst>
              <a:ext uri="{FF2B5EF4-FFF2-40B4-BE49-F238E27FC236}">
                <a16:creationId xmlns:a16="http://schemas.microsoft.com/office/drawing/2014/main" id="{FC9D9C50-A975-D1F4-9442-97BE6464499D}"/>
              </a:ext>
            </a:extLst>
          </p:cNvPr>
          <p:cNvSpPr>
            <a:spLocks noGrp="1"/>
          </p:cNvSpPr>
          <p:nvPr>
            <p:ph idx="1"/>
          </p:nvPr>
        </p:nvSpPr>
        <p:spPr>
          <a:xfrm>
            <a:off x="1141412" y="1177446"/>
            <a:ext cx="9905999" cy="5325081"/>
          </a:xfrm>
        </p:spPr>
        <p:txBody>
          <a:bodyPr>
            <a:normAutofit fontScale="62500" lnSpcReduction="20000"/>
          </a:bodyPr>
          <a:lstStyle/>
          <a:p>
            <a:pPr marL="0" indent="0">
              <a:buNone/>
            </a:pPr>
            <a:r>
              <a:rPr lang="en-US"/>
              <a:t>Azure CNI - </a:t>
            </a:r>
            <a:r>
              <a:rPr lang="en-IN"/>
              <a:t>With </a:t>
            </a:r>
            <a:r>
              <a:rPr lang="en-IN">
                <a:hlinkClick r:id="rId2"/>
              </a:rPr>
              <a:t>Azure Container Networking Interface (CNI)</a:t>
            </a:r>
            <a:r>
              <a:rPr lang="en-IN"/>
              <a:t>, every pod gets an IP address from the subnet and can be accessed directly. These IP addresses must be unique across your network space, and must be planned in advance. Each node has a configuration parameter for the maximum number of pods that it supports. The equivalent number of IP addresses per node are then reserved up front for that node. This approach requires more planning, and often leads to IP address exhaustion or the need to rebuild clusters in a larger subnet as your application demands grow</a:t>
            </a:r>
            <a:endParaRPr lang="en-US"/>
          </a:p>
          <a:p>
            <a:pPr marL="0" indent="0">
              <a:buNone/>
            </a:pPr>
            <a:r>
              <a:rPr lang="en-US" err="1"/>
              <a:t>Kubenet</a:t>
            </a:r>
            <a:r>
              <a:rPr lang="en-US"/>
              <a:t> - </a:t>
            </a:r>
            <a:r>
              <a:rPr lang="en-IN"/>
              <a:t>By default, AKS clusters use </a:t>
            </a:r>
            <a:r>
              <a:rPr lang="en-IN">
                <a:hlinkClick r:id="rId3"/>
              </a:rPr>
              <a:t>kubenet</a:t>
            </a:r>
            <a:r>
              <a:rPr lang="en-IN"/>
              <a:t>, and a virtual network and subnet are created for you. With </a:t>
            </a:r>
            <a:r>
              <a:rPr lang="en-IN" i="1" err="1"/>
              <a:t>kubenet</a:t>
            </a:r>
            <a:r>
              <a:rPr lang="en-IN"/>
              <a:t>, nodes get an IP address from a virtual network subnet. Network address translation (NAT) is then configured on the nodes, and pods receive an IP address "hidden" behind the node IP. This approach reduces the number of IP addresses that you need to reserve in your network space for pods to use</a:t>
            </a:r>
          </a:p>
          <a:p>
            <a:pPr marL="0" indent="0">
              <a:buNone/>
            </a:pPr>
            <a:endParaRPr lang="en-IN"/>
          </a:p>
          <a:p>
            <a:pPr marL="0" indent="0">
              <a:buNone/>
            </a:pPr>
            <a:r>
              <a:rPr lang="en-IN"/>
              <a:t>Note: AKS clusters may not use 169.254.0.0/16, 172.30.0.0/16, 172.31.0.0/16, or 192.0.2.0/24 for the Kubernetes service address range, pod address range, or cluster virtual network address range.</a:t>
            </a:r>
          </a:p>
          <a:p>
            <a:pPr marL="0" indent="0">
              <a:buNone/>
            </a:pPr>
            <a:r>
              <a:rPr lang="en-IN"/>
              <a:t>The cluster identity used by the AKS cluster must have at least </a:t>
            </a:r>
            <a:r>
              <a:rPr lang="en-IN">
                <a:hlinkClick r:id="rId4"/>
              </a:rPr>
              <a:t>Network Contributor</a:t>
            </a:r>
            <a:r>
              <a:rPr lang="en-IN"/>
              <a:t> permissions on the subnet within your virtual network. </a:t>
            </a:r>
          </a:p>
          <a:p>
            <a:r>
              <a:rPr lang="en-IN"/>
              <a:t>If you wish to define a </a:t>
            </a:r>
            <a:r>
              <a:rPr lang="en-IN">
                <a:hlinkClick r:id="rId5"/>
              </a:rPr>
              <a:t>custom role</a:t>
            </a:r>
            <a:r>
              <a:rPr lang="en-IN"/>
              <a:t> instead of using the built-in Network Contributor role, the following permissions are </a:t>
            </a:r>
            <a:r>
              <a:rPr lang="en-IN" err="1"/>
              <a:t>required:Microsoft.Network</a:t>
            </a:r>
            <a:r>
              <a:rPr lang="en-IN"/>
              <a:t>/</a:t>
            </a:r>
            <a:r>
              <a:rPr lang="en-IN" err="1"/>
              <a:t>virtualNetworks</a:t>
            </a:r>
            <a:r>
              <a:rPr lang="en-IN"/>
              <a:t>/subnets/join/action</a:t>
            </a:r>
          </a:p>
          <a:p>
            <a:r>
              <a:rPr lang="en-IN" err="1"/>
              <a:t>Microsoft.Network</a:t>
            </a:r>
            <a:r>
              <a:rPr lang="en-IN"/>
              <a:t>/</a:t>
            </a:r>
            <a:r>
              <a:rPr lang="en-IN" err="1"/>
              <a:t>virtualNetworks</a:t>
            </a:r>
            <a:r>
              <a:rPr lang="en-IN"/>
              <a:t>/subnets/read</a:t>
            </a:r>
          </a:p>
          <a:p>
            <a:pPr marL="0" indent="0">
              <a:buNone/>
            </a:pPr>
            <a:endParaRPr lang="en-US"/>
          </a:p>
        </p:txBody>
      </p:sp>
    </p:spTree>
    <p:extLst>
      <p:ext uri="{BB962C8B-B14F-4D97-AF65-F5344CB8AC3E}">
        <p14:creationId xmlns:p14="http://schemas.microsoft.com/office/powerpoint/2010/main" val="2869927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3F2AB-8E45-CCE9-6B7E-FBE03E3F2873}"/>
              </a:ext>
            </a:extLst>
          </p:cNvPr>
          <p:cNvSpPr>
            <a:spLocks noGrp="1"/>
          </p:cNvSpPr>
          <p:nvPr>
            <p:ph type="title"/>
          </p:nvPr>
        </p:nvSpPr>
        <p:spPr>
          <a:xfrm>
            <a:off x="1141413" y="618518"/>
            <a:ext cx="9905998" cy="546403"/>
          </a:xfrm>
        </p:spPr>
        <p:txBody>
          <a:bodyPr>
            <a:normAutofit fontScale="90000"/>
          </a:bodyPr>
          <a:lstStyle/>
          <a:p>
            <a:r>
              <a:rPr lang="en-US"/>
              <a:t>Azure advisory</a:t>
            </a:r>
          </a:p>
        </p:txBody>
      </p:sp>
      <p:sp>
        <p:nvSpPr>
          <p:cNvPr id="3" name="Content Placeholder 2">
            <a:extLst>
              <a:ext uri="{FF2B5EF4-FFF2-40B4-BE49-F238E27FC236}">
                <a16:creationId xmlns:a16="http://schemas.microsoft.com/office/drawing/2014/main" id="{7CB0D7CE-28AD-B3C0-8F23-9D2BCC522D4A}"/>
              </a:ext>
            </a:extLst>
          </p:cNvPr>
          <p:cNvSpPr>
            <a:spLocks noGrp="1"/>
          </p:cNvSpPr>
          <p:nvPr>
            <p:ph idx="1"/>
          </p:nvPr>
        </p:nvSpPr>
        <p:spPr>
          <a:xfrm>
            <a:off x="1141412" y="1164921"/>
            <a:ext cx="10946205" cy="4626280"/>
          </a:xfrm>
        </p:spPr>
        <p:txBody>
          <a:bodyPr>
            <a:normAutofit/>
          </a:bodyPr>
          <a:lstStyle/>
          <a:p>
            <a:r>
              <a:rPr lang="en-US" sz="1600"/>
              <a:t>A</a:t>
            </a:r>
            <a:r>
              <a:rPr lang="en-IN" sz="1600" err="1"/>
              <a:t>nalyzes</a:t>
            </a:r>
            <a:r>
              <a:rPr lang="en-IN" sz="1600"/>
              <a:t> your resource configuration and usage telemetry and then recommends solutions that can help you improve the cost effectiveness, performance, Reliability (formerly called High availability), and security of your Azure resources</a:t>
            </a:r>
          </a:p>
          <a:p>
            <a:r>
              <a:rPr lang="en-IN" sz="1800"/>
              <a:t>The recommendations are divided into five categories:</a:t>
            </a:r>
            <a:endParaRPr lang="en-US" sz="1800"/>
          </a:p>
          <a:p>
            <a:pPr lvl="1">
              <a:buFont typeface="Wingdings" pitchFamily="2" charset="2"/>
              <a:buChar char="Ø"/>
            </a:pPr>
            <a:r>
              <a:rPr lang="en-US"/>
              <a:t>Reliability</a:t>
            </a:r>
          </a:p>
          <a:p>
            <a:pPr lvl="1">
              <a:buFont typeface="Wingdings" pitchFamily="2" charset="2"/>
              <a:buChar char="Ø"/>
            </a:pPr>
            <a:r>
              <a:rPr lang="en-US"/>
              <a:t>Security</a:t>
            </a:r>
          </a:p>
          <a:p>
            <a:pPr lvl="1">
              <a:buFont typeface="Wingdings" pitchFamily="2" charset="2"/>
              <a:buChar char="Ø"/>
            </a:pPr>
            <a:r>
              <a:rPr lang="en-IN"/>
              <a:t>Performance</a:t>
            </a:r>
          </a:p>
          <a:p>
            <a:pPr lvl="1">
              <a:buFont typeface="Wingdings" pitchFamily="2" charset="2"/>
              <a:buChar char="Ø"/>
            </a:pPr>
            <a:r>
              <a:rPr lang="en-IN"/>
              <a:t>Cost</a:t>
            </a:r>
          </a:p>
          <a:p>
            <a:pPr lvl="1">
              <a:buFont typeface="Wingdings" pitchFamily="2" charset="2"/>
              <a:buChar char="Ø"/>
            </a:pPr>
            <a:r>
              <a:rPr lang="en-IN"/>
              <a:t>Operational Excellence</a:t>
            </a:r>
          </a:p>
        </p:txBody>
      </p:sp>
      <p:pic>
        <p:nvPicPr>
          <p:cNvPr id="6" name="Picture 2" descr="Advisor recommendation types">
            <a:extLst>
              <a:ext uri="{FF2B5EF4-FFF2-40B4-BE49-F238E27FC236}">
                <a16:creationId xmlns:a16="http://schemas.microsoft.com/office/drawing/2014/main" id="{5A0CCC0B-448C-60D4-2555-46907FB3269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10253" r="538" b="2502"/>
          <a:stretch/>
        </p:blipFill>
        <p:spPr bwMode="auto">
          <a:xfrm>
            <a:off x="4496845" y="2335737"/>
            <a:ext cx="7252570" cy="3357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680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611C2-91E8-9FB2-5935-AE3727317EAA}"/>
              </a:ext>
            </a:extLst>
          </p:cNvPr>
          <p:cNvSpPr>
            <a:spLocks noGrp="1"/>
          </p:cNvSpPr>
          <p:nvPr>
            <p:ph type="title"/>
          </p:nvPr>
        </p:nvSpPr>
        <p:spPr>
          <a:xfrm>
            <a:off x="1141413" y="618518"/>
            <a:ext cx="9905998" cy="671663"/>
          </a:xfrm>
        </p:spPr>
        <p:txBody>
          <a:bodyPr/>
          <a:lstStyle/>
          <a:p>
            <a:r>
              <a:rPr lang="en-US"/>
              <a:t>Azure Storages</a:t>
            </a:r>
          </a:p>
        </p:txBody>
      </p:sp>
      <p:sp>
        <p:nvSpPr>
          <p:cNvPr id="3" name="Content Placeholder 2">
            <a:extLst>
              <a:ext uri="{FF2B5EF4-FFF2-40B4-BE49-F238E27FC236}">
                <a16:creationId xmlns:a16="http://schemas.microsoft.com/office/drawing/2014/main" id="{7386C3AF-1EBF-7BBA-69F9-0FB70130137D}"/>
              </a:ext>
            </a:extLst>
          </p:cNvPr>
          <p:cNvSpPr>
            <a:spLocks noGrp="1"/>
          </p:cNvSpPr>
          <p:nvPr>
            <p:ph idx="1"/>
          </p:nvPr>
        </p:nvSpPr>
        <p:spPr>
          <a:xfrm>
            <a:off x="1141412" y="1202499"/>
            <a:ext cx="9905999" cy="4588702"/>
          </a:xfrm>
        </p:spPr>
        <p:txBody>
          <a:bodyPr>
            <a:normAutofit/>
          </a:bodyPr>
          <a:lstStyle/>
          <a:p>
            <a:r>
              <a:rPr lang="en-IN" sz="1800"/>
              <a:t>The Azure Storage platform is Microsoft's cloud storage solution for modern data storage scenarios. Azure Storage offers highly available, massively scalable, durable, and secure storage for a variety of data objects in the cloud. Azure Storage data objects are accessible from anywhere in the world over HTTP or HTTPS via a REST API</a:t>
            </a:r>
          </a:p>
          <a:p>
            <a:r>
              <a:rPr lang="en-IN" sz="1800"/>
              <a:t>The Azure Storage platform includes the following data services:</a:t>
            </a:r>
          </a:p>
          <a:p>
            <a:pPr marL="0" indent="0">
              <a:buNone/>
            </a:pPr>
            <a:r>
              <a:rPr lang="en-IN" sz="1800">
                <a:hlinkClick r:id="rId2"/>
              </a:rPr>
              <a:t>Azure Blobs</a:t>
            </a:r>
            <a:r>
              <a:rPr lang="en-IN" sz="1800"/>
              <a:t>: A massively scalable object store for text and binary data. Also includes support for big data analytics through Data Lake Storage Gen2.</a:t>
            </a:r>
          </a:p>
          <a:p>
            <a:pPr marL="0" indent="0">
              <a:buNone/>
            </a:pPr>
            <a:r>
              <a:rPr lang="en-IN" sz="1800">
                <a:hlinkClick r:id="rId3"/>
              </a:rPr>
              <a:t>Azure Files</a:t>
            </a:r>
            <a:r>
              <a:rPr lang="en-IN" sz="1800"/>
              <a:t>: Managed file shares for cloud or on-premises deployments.</a:t>
            </a:r>
          </a:p>
          <a:p>
            <a:pPr marL="0" indent="0">
              <a:buNone/>
            </a:pPr>
            <a:r>
              <a:rPr lang="en-IN" sz="1800">
                <a:hlinkClick r:id="rId4"/>
              </a:rPr>
              <a:t>Azure Queues</a:t>
            </a:r>
            <a:r>
              <a:rPr lang="en-IN" sz="1800"/>
              <a:t>: A messaging store for reliable messaging between application components.</a:t>
            </a:r>
          </a:p>
          <a:p>
            <a:pPr marL="0" indent="0">
              <a:buNone/>
            </a:pPr>
            <a:r>
              <a:rPr lang="en-IN" sz="1800">
                <a:hlinkClick r:id="rId5"/>
              </a:rPr>
              <a:t>Azure Tables</a:t>
            </a:r>
            <a:r>
              <a:rPr lang="en-IN" sz="1800"/>
              <a:t>: A NoSQL store for </a:t>
            </a:r>
            <a:r>
              <a:rPr lang="en-IN" sz="1800" err="1"/>
              <a:t>schemaless</a:t>
            </a:r>
            <a:r>
              <a:rPr lang="en-IN" sz="1800"/>
              <a:t> storage of structured data.</a:t>
            </a:r>
          </a:p>
          <a:p>
            <a:pPr marL="0" indent="0">
              <a:buNone/>
            </a:pPr>
            <a:r>
              <a:rPr lang="en-IN" sz="1800">
                <a:hlinkClick r:id="rId6"/>
              </a:rPr>
              <a:t>Azure Disks</a:t>
            </a:r>
            <a:r>
              <a:rPr lang="en-IN" sz="1800"/>
              <a:t>: Block-level storage volumes for Azure VMs.</a:t>
            </a:r>
          </a:p>
          <a:p>
            <a:endParaRPr lang="en-US" sz="1800"/>
          </a:p>
        </p:txBody>
      </p:sp>
    </p:spTree>
    <p:extLst>
      <p:ext uri="{BB962C8B-B14F-4D97-AF65-F5344CB8AC3E}">
        <p14:creationId xmlns:p14="http://schemas.microsoft.com/office/powerpoint/2010/main" val="2173451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14A58-6843-930F-00A6-5D1D4A942BD4}"/>
              </a:ext>
            </a:extLst>
          </p:cNvPr>
          <p:cNvSpPr>
            <a:spLocks noGrp="1"/>
          </p:cNvSpPr>
          <p:nvPr>
            <p:ph type="title"/>
          </p:nvPr>
        </p:nvSpPr>
        <p:spPr>
          <a:xfrm>
            <a:off x="1141413" y="618518"/>
            <a:ext cx="9905998" cy="1116640"/>
          </a:xfrm>
        </p:spPr>
        <p:txBody>
          <a:bodyPr/>
          <a:lstStyle/>
          <a:p>
            <a:r>
              <a:rPr lang="en-US"/>
              <a:t>AZURE Blob storage</a:t>
            </a:r>
          </a:p>
        </p:txBody>
      </p:sp>
      <p:sp>
        <p:nvSpPr>
          <p:cNvPr id="3" name="Content Placeholder 2">
            <a:extLst>
              <a:ext uri="{FF2B5EF4-FFF2-40B4-BE49-F238E27FC236}">
                <a16:creationId xmlns:a16="http://schemas.microsoft.com/office/drawing/2014/main" id="{6B2071AF-99F1-E78D-66F2-B6D35779B5A4}"/>
              </a:ext>
            </a:extLst>
          </p:cNvPr>
          <p:cNvSpPr>
            <a:spLocks noGrp="1"/>
          </p:cNvSpPr>
          <p:nvPr>
            <p:ph idx="1"/>
          </p:nvPr>
        </p:nvSpPr>
        <p:spPr>
          <a:xfrm>
            <a:off x="1141413" y="1735158"/>
            <a:ext cx="10420110" cy="4978791"/>
          </a:xfrm>
        </p:spPr>
        <p:txBody>
          <a:bodyPr>
            <a:normAutofit fontScale="85000" lnSpcReduction="20000"/>
          </a:bodyPr>
          <a:lstStyle/>
          <a:p>
            <a:r>
              <a:rPr lang="en-IN"/>
              <a:t>Azure Blob storage is Microsoft's object storage solution for the cloud. Blob storage is optimized for storing massive amounts of unstructured data. </a:t>
            </a:r>
          </a:p>
          <a:p>
            <a:r>
              <a:rPr lang="en-IN"/>
              <a:t>Blob storage offers three types of resources:</a:t>
            </a:r>
          </a:p>
          <a:p>
            <a:pPr marL="0" indent="0">
              <a:buNone/>
            </a:pPr>
            <a:r>
              <a:rPr lang="en-IN"/>
              <a:t>     - The </a:t>
            </a:r>
            <a:r>
              <a:rPr lang="en-IN" b="1"/>
              <a:t>storage account</a:t>
            </a:r>
            <a:endParaRPr lang="en-IN"/>
          </a:p>
          <a:p>
            <a:pPr marL="0" indent="0">
              <a:buNone/>
            </a:pPr>
            <a:r>
              <a:rPr lang="en-IN"/>
              <a:t>     - A </a:t>
            </a:r>
            <a:r>
              <a:rPr lang="en-IN" b="1"/>
              <a:t>container</a:t>
            </a:r>
            <a:r>
              <a:rPr lang="en-IN"/>
              <a:t> in the storage account</a:t>
            </a:r>
          </a:p>
          <a:p>
            <a:pPr marL="0" indent="0">
              <a:buNone/>
            </a:pPr>
            <a:r>
              <a:rPr lang="en-IN"/>
              <a:t>     - A </a:t>
            </a:r>
            <a:r>
              <a:rPr lang="en-IN" b="1"/>
              <a:t>blob</a:t>
            </a:r>
            <a:r>
              <a:rPr lang="en-IN"/>
              <a:t> in a container</a:t>
            </a:r>
          </a:p>
          <a:p>
            <a:pPr marL="0" indent="0">
              <a:buNone/>
            </a:pPr>
            <a:r>
              <a:rPr lang="en-IN"/>
              <a:t>To Move Data to Blob Storage</a:t>
            </a:r>
          </a:p>
          <a:p>
            <a:pPr marL="0" indent="0">
              <a:buNone/>
            </a:pPr>
            <a:r>
              <a:rPr lang="en-IN" sz="2100" b="1" err="1"/>
              <a:t>AzCopy</a:t>
            </a:r>
            <a:r>
              <a:rPr lang="en-IN" sz="2100"/>
              <a:t> is an easy-to-use command-line tool for Windows and Linux that copies data to and from Blob storage, across containers, or across storage accounts. </a:t>
            </a:r>
          </a:p>
          <a:p>
            <a:pPr marL="0" indent="0">
              <a:buNone/>
            </a:pPr>
            <a:r>
              <a:rPr lang="en-IN" sz="2100" b="1"/>
              <a:t>Azure Data Factory</a:t>
            </a:r>
            <a:r>
              <a:rPr lang="en-IN" sz="2100"/>
              <a:t> supports copying data to and from Blob storage by using the account key, a shared access signature, a service principal, or managed identities for Azure resources. </a:t>
            </a:r>
          </a:p>
          <a:p>
            <a:pPr marL="0" indent="0">
              <a:buNone/>
            </a:pPr>
            <a:r>
              <a:rPr lang="en-IN" sz="2100"/>
              <a:t>The </a:t>
            </a:r>
            <a:r>
              <a:rPr lang="en-IN" sz="2100" b="1"/>
              <a:t>Azure Import/Export service</a:t>
            </a:r>
            <a:r>
              <a:rPr lang="en-IN" sz="2100"/>
              <a:t> provides a way to import or export large amounts of data to and from your storage account using hard drives that you provide. </a:t>
            </a:r>
          </a:p>
          <a:p>
            <a:pPr marL="0" indent="0">
              <a:buNone/>
            </a:pPr>
            <a:endParaRPr lang="en-IN" sz="1800"/>
          </a:p>
          <a:p>
            <a:endParaRPr lang="en-US"/>
          </a:p>
        </p:txBody>
      </p:sp>
      <p:pic>
        <p:nvPicPr>
          <p:cNvPr id="1026" name="Picture 2" descr="Diagram showing the relationship between a storage account, containers, and blobs">
            <a:extLst>
              <a:ext uri="{FF2B5EF4-FFF2-40B4-BE49-F238E27FC236}">
                <a16:creationId xmlns:a16="http://schemas.microsoft.com/office/drawing/2014/main" id="{5C44F40B-AFA6-0FE9-BAFE-7004D3B917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7872" y="2423822"/>
            <a:ext cx="4203700" cy="1981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9778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4BDC3-3FFA-4D57-F16A-39C2FB6D2761}"/>
              </a:ext>
            </a:extLst>
          </p:cNvPr>
          <p:cNvSpPr>
            <a:spLocks noGrp="1"/>
          </p:cNvSpPr>
          <p:nvPr>
            <p:ph type="title"/>
          </p:nvPr>
        </p:nvSpPr>
        <p:spPr>
          <a:xfrm>
            <a:off x="1141413" y="618518"/>
            <a:ext cx="9905998" cy="936797"/>
          </a:xfrm>
        </p:spPr>
        <p:txBody>
          <a:bodyPr/>
          <a:lstStyle/>
          <a:p>
            <a:r>
              <a:rPr lang="en-US"/>
              <a:t>Azure monitor</a:t>
            </a:r>
          </a:p>
        </p:txBody>
      </p:sp>
      <p:pic>
        <p:nvPicPr>
          <p:cNvPr id="4098" name="Picture 2" descr="Azure Monitor | Microsoft Docs">
            <a:extLst>
              <a:ext uri="{FF2B5EF4-FFF2-40B4-BE49-F238E27FC236}">
                <a16:creationId xmlns:a16="http://schemas.microsoft.com/office/drawing/2014/main" id="{441A9E4B-36DD-3593-8716-52E51372B4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05372" y="1555315"/>
            <a:ext cx="6437007" cy="37473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D5FA3A6-4B5E-2B00-05F5-E04AA2A0B2EC}"/>
              </a:ext>
            </a:extLst>
          </p:cNvPr>
          <p:cNvSpPr txBox="1"/>
          <p:nvPr/>
        </p:nvSpPr>
        <p:spPr>
          <a:xfrm>
            <a:off x="760956" y="1762274"/>
            <a:ext cx="4675340" cy="5632311"/>
          </a:xfrm>
          <a:prstGeom prst="rect">
            <a:avLst/>
          </a:prstGeom>
          <a:noFill/>
        </p:spPr>
        <p:txBody>
          <a:bodyPr wrap="square">
            <a:spAutoFit/>
          </a:bodyPr>
          <a:lstStyle/>
          <a:p>
            <a:r>
              <a:rPr lang="en-IN"/>
              <a:t>Azure Monitor helps you maximize the availability and performance of your applications and services. </a:t>
            </a:r>
          </a:p>
          <a:p>
            <a:endParaRPr lang="en-IN">
              <a:solidFill>
                <a:srgbClr val="E6E6E6"/>
              </a:solidFill>
              <a:latin typeface="Segoe UI" panose="020B0502040204020203" pitchFamily="34" charset="0"/>
            </a:endParaRPr>
          </a:p>
          <a:p>
            <a:r>
              <a:rPr lang="en-IN"/>
              <a:t>Helps you understand how your applications are performing and proactively identify issues that affect them and the resources they depend on</a:t>
            </a:r>
            <a:endParaRPr lang="en-IN">
              <a:solidFill>
                <a:srgbClr val="E6E6E6"/>
              </a:solidFill>
              <a:latin typeface="Segoe UI" panose="020B0502040204020203" pitchFamily="34" charset="0"/>
            </a:endParaRPr>
          </a:p>
          <a:p>
            <a:endParaRPr lang="en-IN">
              <a:solidFill>
                <a:srgbClr val="E6E6E6"/>
              </a:solidFill>
              <a:latin typeface="Segoe UI" panose="020B0502040204020203" pitchFamily="34" charset="0"/>
            </a:endParaRPr>
          </a:p>
          <a:p>
            <a:r>
              <a:rPr lang="en-IN"/>
              <a:t>Data Collection rules in Azure Monitor</a:t>
            </a:r>
          </a:p>
          <a:p>
            <a:endParaRPr lang="en-IN">
              <a:solidFill>
                <a:srgbClr val="E6E6E6"/>
              </a:solidFill>
              <a:latin typeface="Segoe UI" panose="020B0502040204020203" pitchFamily="34" charset="0"/>
            </a:endParaRPr>
          </a:p>
          <a:p>
            <a:pPr marL="742950" lvl="1" indent="-285750">
              <a:buFont typeface="Wingdings" pitchFamily="2" charset="2"/>
              <a:buChar char="Ø"/>
            </a:pPr>
            <a:r>
              <a:rPr lang="en-IN"/>
              <a:t>Data Collection Rules (DCRs) define the date collection process in Azure Monitor. DCRs specify what data should be collected, how to transform that data, and where to send that data. </a:t>
            </a:r>
            <a:endParaRPr lang="en-IN">
              <a:solidFill>
                <a:srgbClr val="E6E6E6"/>
              </a:solidFill>
              <a:latin typeface="Segoe UI" panose="020B0502040204020203" pitchFamily="34" charset="0"/>
            </a:endParaRPr>
          </a:p>
          <a:p>
            <a:endParaRPr lang="en-IN">
              <a:solidFill>
                <a:srgbClr val="E6E6E6"/>
              </a:solidFill>
              <a:latin typeface="Segoe UI" panose="020B0502040204020203" pitchFamily="34" charset="0"/>
            </a:endParaRPr>
          </a:p>
          <a:p>
            <a:endParaRPr lang="en-IN">
              <a:solidFill>
                <a:srgbClr val="E6E6E6"/>
              </a:solidFill>
              <a:latin typeface="Segoe UI" panose="020B0502040204020203" pitchFamily="34" charset="0"/>
            </a:endParaRPr>
          </a:p>
          <a:p>
            <a:endParaRPr lang="en-IN">
              <a:solidFill>
                <a:srgbClr val="E6E6E6"/>
              </a:solidFill>
              <a:latin typeface="Segoe UI" panose="020B0502040204020203" pitchFamily="34" charset="0"/>
            </a:endParaRPr>
          </a:p>
          <a:p>
            <a:endParaRPr lang="en-IN">
              <a:solidFill>
                <a:srgbClr val="E6E6E6"/>
              </a:solidFill>
              <a:latin typeface="Segoe UI" panose="020B0502040204020203" pitchFamily="34" charset="0"/>
            </a:endParaRPr>
          </a:p>
          <a:p>
            <a:endParaRPr lang="en-US"/>
          </a:p>
        </p:txBody>
      </p:sp>
    </p:spTree>
    <p:extLst>
      <p:ext uri="{BB962C8B-B14F-4D97-AF65-F5344CB8AC3E}">
        <p14:creationId xmlns:p14="http://schemas.microsoft.com/office/powerpoint/2010/main" val="3561044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67D39-BB5A-1F9C-0237-7BF05A4AD391}"/>
              </a:ext>
            </a:extLst>
          </p:cNvPr>
          <p:cNvSpPr>
            <a:spLocks noGrp="1"/>
          </p:cNvSpPr>
          <p:nvPr>
            <p:ph type="title"/>
          </p:nvPr>
        </p:nvSpPr>
        <p:spPr>
          <a:xfrm>
            <a:off x="1141413" y="618518"/>
            <a:ext cx="9905998" cy="771871"/>
          </a:xfrm>
        </p:spPr>
        <p:txBody>
          <a:bodyPr>
            <a:normAutofit/>
          </a:bodyPr>
          <a:lstStyle/>
          <a:p>
            <a:r>
              <a:rPr lang="en-US"/>
              <a:t>Azure role based access control (</a:t>
            </a:r>
            <a:r>
              <a:rPr lang="en-US" err="1"/>
              <a:t>rbac</a:t>
            </a:r>
            <a:r>
              <a:rPr lang="en-US"/>
              <a:t>)</a:t>
            </a:r>
          </a:p>
        </p:txBody>
      </p:sp>
      <p:sp>
        <p:nvSpPr>
          <p:cNvPr id="3" name="Content Placeholder 2">
            <a:extLst>
              <a:ext uri="{FF2B5EF4-FFF2-40B4-BE49-F238E27FC236}">
                <a16:creationId xmlns:a16="http://schemas.microsoft.com/office/drawing/2014/main" id="{0F01A3C1-F9E6-EB49-852F-4500A9897935}"/>
              </a:ext>
            </a:extLst>
          </p:cNvPr>
          <p:cNvSpPr>
            <a:spLocks noGrp="1"/>
          </p:cNvSpPr>
          <p:nvPr>
            <p:ph idx="1"/>
          </p:nvPr>
        </p:nvSpPr>
        <p:spPr>
          <a:xfrm>
            <a:off x="1241620" y="1390389"/>
            <a:ext cx="7802172" cy="4459266"/>
          </a:xfrm>
        </p:spPr>
        <p:txBody>
          <a:bodyPr>
            <a:normAutofit/>
          </a:bodyPr>
          <a:lstStyle/>
          <a:p>
            <a:r>
              <a:rPr lang="en-IN" sz="2000"/>
              <a:t>Authorization system you use to manage access to Azure resources. To grant access, you assign roles to users, groups, service principals, or managed identities at a particular scope.</a:t>
            </a:r>
          </a:p>
          <a:p>
            <a:pPr lvl="1"/>
            <a:r>
              <a:rPr lang="en-IN"/>
              <a:t>Identify the scope</a:t>
            </a:r>
          </a:p>
          <a:p>
            <a:pPr marL="457200" lvl="1" indent="0">
              <a:buNone/>
            </a:pPr>
            <a:r>
              <a:rPr lang="en-IN"/>
              <a:t>Steps:</a:t>
            </a:r>
          </a:p>
          <a:p>
            <a:pPr marL="457200" lvl="1" indent="0">
              <a:buNone/>
            </a:pPr>
            <a:r>
              <a:rPr lang="en-IN"/>
              <a:t>Sign into the Azure Portal</a:t>
            </a:r>
          </a:p>
          <a:p>
            <a:pPr marL="457200" lvl="1" indent="0">
              <a:buNone/>
            </a:pPr>
            <a:r>
              <a:rPr lang="en-IN"/>
              <a:t>Select the Resource group</a:t>
            </a:r>
          </a:p>
          <a:p>
            <a:pPr marL="457200" lvl="1" indent="0">
              <a:buNone/>
            </a:pPr>
            <a:endParaRPr lang="en-IN"/>
          </a:p>
          <a:p>
            <a:pPr lvl="1"/>
            <a:endParaRPr lang="en-US"/>
          </a:p>
        </p:txBody>
      </p:sp>
      <p:pic>
        <p:nvPicPr>
          <p:cNvPr id="11266" name="Picture 2" descr="Diagram showing the scope levels for Azure RBAC.">
            <a:extLst>
              <a:ext uri="{FF2B5EF4-FFF2-40B4-BE49-F238E27FC236}">
                <a16:creationId xmlns:a16="http://schemas.microsoft.com/office/drawing/2014/main" id="{57907AF9-1FFF-F7A0-DDB8-7AA26B60F0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3145" y="2963925"/>
            <a:ext cx="5827235" cy="349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7472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9103E-2DD7-4BC7-E07A-CBDEAE6A3F11}"/>
              </a:ext>
            </a:extLst>
          </p:cNvPr>
          <p:cNvSpPr>
            <a:spLocks noGrp="1"/>
          </p:cNvSpPr>
          <p:nvPr>
            <p:ph type="title"/>
          </p:nvPr>
        </p:nvSpPr>
        <p:spPr>
          <a:xfrm>
            <a:off x="1141413" y="618518"/>
            <a:ext cx="9905998" cy="709241"/>
          </a:xfrm>
        </p:spPr>
        <p:txBody>
          <a:bodyPr/>
          <a:lstStyle/>
          <a:p>
            <a:r>
              <a:rPr lang="en-US"/>
              <a:t>Continues…</a:t>
            </a:r>
          </a:p>
        </p:txBody>
      </p:sp>
      <p:sp>
        <p:nvSpPr>
          <p:cNvPr id="4" name="TextBox 3">
            <a:extLst>
              <a:ext uri="{FF2B5EF4-FFF2-40B4-BE49-F238E27FC236}">
                <a16:creationId xmlns:a16="http://schemas.microsoft.com/office/drawing/2014/main" id="{3B21AE90-9017-9487-F9E9-DBC11FDE1EC1}"/>
              </a:ext>
            </a:extLst>
          </p:cNvPr>
          <p:cNvSpPr txBox="1"/>
          <p:nvPr/>
        </p:nvSpPr>
        <p:spPr>
          <a:xfrm>
            <a:off x="1141413" y="1230405"/>
            <a:ext cx="5485590" cy="2893100"/>
          </a:xfrm>
          <a:prstGeom prst="rect">
            <a:avLst/>
          </a:prstGeom>
          <a:noFill/>
        </p:spPr>
        <p:txBody>
          <a:bodyPr wrap="square">
            <a:spAutoFit/>
          </a:bodyPr>
          <a:lstStyle/>
          <a:p>
            <a:pPr algn="l"/>
            <a:r>
              <a:rPr lang="en-IN" sz="1600"/>
              <a:t>Step 2: Open the Add role assignment page</a:t>
            </a:r>
          </a:p>
          <a:p>
            <a:pPr algn="l"/>
            <a:r>
              <a:rPr lang="en-IN" sz="1600"/>
              <a:t>Access control (IAM) is the page that you typically use to assign roles to grant access to Azure resources. It's also known as identity and access management (IAM) and appears in several locations in the Azure portal.</a:t>
            </a:r>
          </a:p>
          <a:p>
            <a:pPr algn="l">
              <a:buFont typeface="+mj-lt"/>
              <a:buAutoNum type="arabicPeriod"/>
            </a:pPr>
            <a:r>
              <a:rPr lang="en-IN" sz="1600"/>
              <a:t> Click Access control (IAM).</a:t>
            </a:r>
          </a:p>
          <a:p>
            <a:r>
              <a:rPr lang="en-IN"/>
              <a:t>2. Click the </a:t>
            </a:r>
            <a:r>
              <a:rPr lang="en-IN" b="1"/>
              <a:t>Role assignments</a:t>
            </a:r>
            <a:r>
              <a:rPr lang="en-IN"/>
              <a:t> tab to view the role assignments at this scope.</a:t>
            </a:r>
          </a:p>
          <a:p>
            <a:r>
              <a:rPr lang="en-IN"/>
              <a:t>3. Click </a:t>
            </a:r>
            <a:r>
              <a:rPr lang="en-IN" b="1"/>
              <a:t>Add</a:t>
            </a:r>
            <a:r>
              <a:rPr lang="en-IN"/>
              <a:t> &gt; </a:t>
            </a:r>
            <a:r>
              <a:rPr lang="en-IN" b="1"/>
              <a:t>Add role assignment</a:t>
            </a:r>
            <a:r>
              <a:rPr lang="en-IN"/>
              <a:t>.</a:t>
            </a:r>
          </a:p>
          <a:p>
            <a:pPr algn="l">
              <a:buFont typeface="+mj-lt"/>
              <a:buAutoNum type="arabicPeriod"/>
            </a:pPr>
            <a:endParaRPr lang="en-IN" sz="1600"/>
          </a:p>
          <a:p>
            <a:pPr algn="l">
              <a:buFont typeface="+mj-lt"/>
              <a:buAutoNum type="arabicPeriod"/>
            </a:pPr>
            <a:endParaRPr lang="en-IN" sz="1600"/>
          </a:p>
        </p:txBody>
      </p:sp>
      <p:pic>
        <p:nvPicPr>
          <p:cNvPr id="13314" name="Picture 2" descr="Screenshot of Access control (IAM) page for a resource group.">
            <a:extLst>
              <a:ext uri="{FF2B5EF4-FFF2-40B4-BE49-F238E27FC236}">
                <a16:creationId xmlns:a16="http://schemas.microsoft.com/office/drawing/2014/main" id="{18FCC466-CBBE-FBC7-8409-D31E4A0C68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1139" y="355813"/>
            <a:ext cx="5485590" cy="3767691"/>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Screenshot of Add &gt; Add role assignment menu.">
            <a:extLst>
              <a:ext uri="{FF2B5EF4-FFF2-40B4-BE49-F238E27FC236}">
                <a16:creationId xmlns:a16="http://schemas.microsoft.com/office/drawing/2014/main" id="{D00F0A96-EC10-12B9-D195-91305AB475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7520" y="4123505"/>
            <a:ext cx="10759209" cy="2378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7298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4A035-76E0-51B1-BCDE-5323549EDF38}"/>
              </a:ext>
            </a:extLst>
          </p:cNvPr>
          <p:cNvSpPr>
            <a:spLocks noGrp="1"/>
          </p:cNvSpPr>
          <p:nvPr>
            <p:ph type="title"/>
          </p:nvPr>
        </p:nvSpPr>
        <p:spPr>
          <a:xfrm>
            <a:off x="1141413" y="618518"/>
            <a:ext cx="9905998" cy="483772"/>
          </a:xfrm>
        </p:spPr>
        <p:txBody>
          <a:bodyPr>
            <a:normAutofit fontScale="90000"/>
          </a:bodyPr>
          <a:lstStyle/>
          <a:p>
            <a:r>
              <a:rPr lang="en-US"/>
              <a:t>continues</a:t>
            </a:r>
          </a:p>
        </p:txBody>
      </p:sp>
      <p:sp>
        <p:nvSpPr>
          <p:cNvPr id="3" name="Content Placeholder 2">
            <a:extLst>
              <a:ext uri="{FF2B5EF4-FFF2-40B4-BE49-F238E27FC236}">
                <a16:creationId xmlns:a16="http://schemas.microsoft.com/office/drawing/2014/main" id="{F44206DD-4E07-D62E-6F1C-2D587A66B57A}"/>
              </a:ext>
            </a:extLst>
          </p:cNvPr>
          <p:cNvSpPr>
            <a:spLocks noGrp="1"/>
          </p:cNvSpPr>
          <p:nvPr>
            <p:ph idx="1"/>
          </p:nvPr>
        </p:nvSpPr>
        <p:spPr>
          <a:xfrm>
            <a:off x="1141413" y="2155527"/>
            <a:ext cx="3763335" cy="3268242"/>
          </a:xfrm>
        </p:spPr>
        <p:txBody>
          <a:bodyPr>
            <a:normAutofit fontScale="77500" lnSpcReduction="20000"/>
          </a:bodyPr>
          <a:lstStyle/>
          <a:p>
            <a:r>
              <a:rPr lang="en-IN" b="1"/>
              <a:t>Step 3: Select the appropriate role</a:t>
            </a:r>
          </a:p>
          <a:p>
            <a:r>
              <a:rPr lang="en-IN" b="1"/>
              <a:t>Step 4: Select who needs access</a:t>
            </a:r>
          </a:p>
          <a:p>
            <a:r>
              <a:rPr lang="en-IN"/>
              <a:t>On the </a:t>
            </a:r>
            <a:r>
              <a:rPr lang="en-IN" b="1"/>
              <a:t>Members</a:t>
            </a:r>
            <a:r>
              <a:rPr lang="en-IN"/>
              <a:t> tab, select </a:t>
            </a:r>
            <a:r>
              <a:rPr lang="en-IN" b="1"/>
              <a:t>User, group, or service principal</a:t>
            </a:r>
            <a:r>
              <a:rPr lang="en-IN"/>
              <a:t> to assign the selected role to one or more Azure AD users, groups, or service principals (applications).</a:t>
            </a:r>
            <a:endParaRPr lang="en-IN" b="1"/>
          </a:p>
          <a:p>
            <a:r>
              <a:rPr lang="en-IN"/>
              <a:t>Find and select the users, groups, or service principals.</a:t>
            </a:r>
            <a:endParaRPr lang="en-IN" b="1"/>
          </a:p>
          <a:p>
            <a:endParaRPr lang="en-US"/>
          </a:p>
        </p:txBody>
      </p:sp>
      <p:pic>
        <p:nvPicPr>
          <p:cNvPr id="14338" name="Picture 2" descr="Screenshot of Add role assignment page with Roles tab.">
            <a:extLst>
              <a:ext uri="{FF2B5EF4-FFF2-40B4-BE49-F238E27FC236}">
                <a16:creationId xmlns:a16="http://schemas.microsoft.com/office/drawing/2014/main" id="{3241BE33-889B-C998-5A06-430008CEF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1556" y="186859"/>
            <a:ext cx="6475956" cy="3268243"/>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Screenshot of Add role assignment page with Members tab.">
            <a:extLst>
              <a:ext uri="{FF2B5EF4-FFF2-40B4-BE49-F238E27FC236}">
                <a16:creationId xmlns:a16="http://schemas.microsoft.com/office/drawing/2014/main" id="{746387E7-51D5-1691-532E-6F16C5F843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1556" y="3594970"/>
            <a:ext cx="6475956" cy="3150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958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92F37-BD9E-E26D-9A9F-2F5521F9DA76}"/>
              </a:ext>
            </a:extLst>
          </p:cNvPr>
          <p:cNvSpPr>
            <a:spLocks noGrp="1"/>
          </p:cNvSpPr>
          <p:nvPr>
            <p:ph type="title"/>
          </p:nvPr>
        </p:nvSpPr>
        <p:spPr>
          <a:xfrm>
            <a:off x="1141413" y="618518"/>
            <a:ext cx="9905998" cy="596507"/>
          </a:xfrm>
        </p:spPr>
        <p:txBody>
          <a:bodyPr/>
          <a:lstStyle/>
          <a:p>
            <a:r>
              <a:rPr lang="en-US"/>
              <a:t>Continues</a:t>
            </a:r>
          </a:p>
        </p:txBody>
      </p:sp>
      <p:sp>
        <p:nvSpPr>
          <p:cNvPr id="3" name="Content Placeholder 2">
            <a:extLst>
              <a:ext uri="{FF2B5EF4-FFF2-40B4-BE49-F238E27FC236}">
                <a16:creationId xmlns:a16="http://schemas.microsoft.com/office/drawing/2014/main" id="{5D7AEF75-44C9-28D1-F787-330288E1C0C8}"/>
              </a:ext>
            </a:extLst>
          </p:cNvPr>
          <p:cNvSpPr>
            <a:spLocks noGrp="1"/>
          </p:cNvSpPr>
          <p:nvPr>
            <p:ph idx="1"/>
          </p:nvPr>
        </p:nvSpPr>
        <p:spPr>
          <a:xfrm>
            <a:off x="1041205" y="1370578"/>
            <a:ext cx="3831420" cy="733795"/>
          </a:xfrm>
        </p:spPr>
        <p:txBody>
          <a:bodyPr>
            <a:normAutofit/>
          </a:bodyPr>
          <a:lstStyle/>
          <a:p>
            <a:r>
              <a:rPr lang="en-US"/>
              <a:t>Step5: Assign the Role.     </a:t>
            </a:r>
          </a:p>
        </p:txBody>
      </p:sp>
      <p:pic>
        <p:nvPicPr>
          <p:cNvPr id="15362" name="Picture 2" descr="Screenshot of Assign a role page with Review + assign tab.">
            <a:extLst>
              <a:ext uri="{FF2B5EF4-FFF2-40B4-BE49-F238E27FC236}">
                <a16:creationId xmlns:a16="http://schemas.microsoft.com/office/drawing/2014/main" id="{54006433-5E2F-2AB9-4798-D00E92170D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308" y="1991638"/>
            <a:ext cx="5123144" cy="4715768"/>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Screenshot of role assignment list after assigning role.">
            <a:extLst>
              <a:ext uri="{FF2B5EF4-FFF2-40B4-BE49-F238E27FC236}">
                <a16:creationId xmlns:a16="http://schemas.microsoft.com/office/drawing/2014/main" id="{BB6736BB-6410-F851-F6F1-51F5441B22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9810" y="1991638"/>
            <a:ext cx="6496525" cy="477413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21B298B3-93FE-8C57-5702-B4AB72DB2864}"/>
                  </a:ext>
                </a:extLst>
              </p14:cNvPr>
              <p14:cNvContentPartPr/>
              <p14:nvPr/>
            </p14:nvContentPartPr>
            <p14:xfrm>
              <a:off x="7826144" y="6087427"/>
              <a:ext cx="270360" cy="28800"/>
            </p14:xfrm>
          </p:contentPart>
        </mc:Choice>
        <mc:Fallback xmlns="">
          <p:pic>
            <p:nvPicPr>
              <p:cNvPr id="4" name="Ink 3">
                <a:extLst>
                  <a:ext uri="{FF2B5EF4-FFF2-40B4-BE49-F238E27FC236}">
                    <a16:creationId xmlns:a16="http://schemas.microsoft.com/office/drawing/2014/main" id="{21B298B3-93FE-8C57-5702-B4AB72DB2864}"/>
                  </a:ext>
                </a:extLst>
              </p:cNvPr>
              <p:cNvPicPr/>
              <p:nvPr/>
            </p:nvPicPr>
            <p:blipFill>
              <a:blip r:embed="rId5"/>
              <a:stretch>
                <a:fillRect/>
              </a:stretch>
            </p:blipFill>
            <p:spPr>
              <a:xfrm>
                <a:off x="7817504" y="6078427"/>
                <a:ext cx="28800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EB8CF6F-6F10-0732-1EEF-881941F06C05}"/>
                  </a:ext>
                </a:extLst>
              </p14:cNvPr>
              <p14:cNvContentPartPr/>
              <p14:nvPr/>
            </p14:nvContentPartPr>
            <p14:xfrm>
              <a:off x="7684664" y="6151507"/>
              <a:ext cx="77760" cy="3600"/>
            </p14:xfrm>
          </p:contentPart>
        </mc:Choice>
        <mc:Fallback xmlns="">
          <p:pic>
            <p:nvPicPr>
              <p:cNvPr id="5" name="Ink 4">
                <a:extLst>
                  <a:ext uri="{FF2B5EF4-FFF2-40B4-BE49-F238E27FC236}">
                    <a16:creationId xmlns:a16="http://schemas.microsoft.com/office/drawing/2014/main" id="{4EB8CF6F-6F10-0732-1EEF-881941F06C05}"/>
                  </a:ext>
                </a:extLst>
              </p:cNvPr>
              <p:cNvPicPr/>
              <p:nvPr/>
            </p:nvPicPr>
            <p:blipFill>
              <a:blip r:embed="rId7"/>
              <a:stretch>
                <a:fillRect/>
              </a:stretch>
            </p:blipFill>
            <p:spPr>
              <a:xfrm>
                <a:off x="7675664" y="6142507"/>
                <a:ext cx="95400" cy="21240"/>
              </a:xfrm>
              <a:prstGeom prst="rect">
                <a:avLst/>
              </a:prstGeom>
            </p:spPr>
          </p:pic>
        </mc:Fallback>
      </mc:AlternateContent>
    </p:spTree>
    <p:extLst>
      <p:ext uri="{BB962C8B-B14F-4D97-AF65-F5344CB8AC3E}">
        <p14:creationId xmlns:p14="http://schemas.microsoft.com/office/powerpoint/2010/main" val="3588530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2F4A1-495F-2AAB-FBF7-079EF847210C}"/>
              </a:ext>
            </a:extLst>
          </p:cNvPr>
          <p:cNvSpPr>
            <a:spLocks noGrp="1"/>
          </p:cNvSpPr>
          <p:nvPr>
            <p:ph type="title"/>
          </p:nvPr>
        </p:nvSpPr>
        <p:spPr>
          <a:xfrm>
            <a:off x="1141413" y="618518"/>
            <a:ext cx="9905998" cy="809449"/>
          </a:xfrm>
        </p:spPr>
        <p:txBody>
          <a:bodyPr/>
          <a:lstStyle/>
          <a:p>
            <a:r>
              <a:rPr lang="en-US"/>
              <a:t>Azure </a:t>
            </a:r>
            <a:r>
              <a:rPr lang="en-US" err="1"/>
              <a:t>KeyVault</a:t>
            </a:r>
            <a:endParaRPr lang="en-US"/>
          </a:p>
        </p:txBody>
      </p:sp>
      <p:sp>
        <p:nvSpPr>
          <p:cNvPr id="3" name="Content Placeholder 2">
            <a:extLst>
              <a:ext uri="{FF2B5EF4-FFF2-40B4-BE49-F238E27FC236}">
                <a16:creationId xmlns:a16="http://schemas.microsoft.com/office/drawing/2014/main" id="{DE98B54F-820D-C445-073F-A21AB8ABC400}"/>
              </a:ext>
            </a:extLst>
          </p:cNvPr>
          <p:cNvSpPr>
            <a:spLocks noGrp="1"/>
          </p:cNvSpPr>
          <p:nvPr>
            <p:ph idx="1"/>
          </p:nvPr>
        </p:nvSpPr>
        <p:spPr>
          <a:xfrm>
            <a:off x="1016152" y="1427967"/>
            <a:ext cx="9905999" cy="1716103"/>
          </a:xfrm>
        </p:spPr>
        <p:txBody>
          <a:bodyPr/>
          <a:lstStyle/>
          <a:p>
            <a:r>
              <a:rPr lang="en-IN"/>
              <a:t>Azure Key Vault is a cloud service for securely storing and accessing secrets. A secret is anything that you want to tightly control access to, such as API keys, passwords, certificates.</a:t>
            </a:r>
          </a:p>
          <a:p>
            <a:endParaRPr lang="en-IN"/>
          </a:p>
          <a:p>
            <a:endParaRPr lang="en-US"/>
          </a:p>
        </p:txBody>
      </p:sp>
      <p:pic>
        <p:nvPicPr>
          <p:cNvPr id="16392" name="Picture 8" descr="Overview of Azure Key Vault - CodeProject">
            <a:extLst>
              <a:ext uri="{FF2B5EF4-FFF2-40B4-BE49-F238E27FC236}">
                <a16:creationId xmlns:a16="http://schemas.microsoft.com/office/drawing/2014/main" id="{732BEA40-9607-A928-7538-D0F04945E4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5851" y="3090778"/>
            <a:ext cx="5617053" cy="3654468"/>
          </a:xfrm>
          <a:prstGeom prst="rect">
            <a:avLst/>
          </a:prstGeom>
          <a:noFill/>
          <a:extLst>
            <a:ext uri="{909E8E84-426E-40DD-AFC4-6F175D3DCCD1}">
              <a14:hiddenFill xmlns:a14="http://schemas.microsoft.com/office/drawing/2010/main">
                <a:solidFill>
                  <a:srgbClr val="FFFFFF"/>
                </a:solidFill>
              </a14:hiddenFill>
            </a:ext>
          </a:extLst>
        </p:spPr>
      </p:pic>
      <p:pic>
        <p:nvPicPr>
          <p:cNvPr id="16394" name="Picture 10" descr="Image 3">
            <a:extLst>
              <a:ext uri="{FF2B5EF4-FFF2-40B4-BE49-F238E27FC236}">
                <a16:creationId xmlns:a16="http://schemas.microsoft.com/office/drawing/2014/main" id="{D20F90B1-0B4A-3826-F9BB-A1ED81E545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45" y="3090778"/>
            <a:ext cx="6079473" cy="3654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1462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030EA-1C0D-088E-855E-292E04D5A69A}"/>
              </a:ext>
            </a:extLst>
          </p:cNvPr>
          <p:cNvSpPr>
            <a:spLocks noGrp="1"/>
          </p:cNvSpPr>
          <p:nvPr>
            <p:ph type="title"/>
          </p:nvPr>
        </p:nvSpPr>
        <p:spPr>
          <a:xfrm>
            <a:off x="1141413" y="618518"/>
            <a:ext cx="9905998" cy="572053"/>
          </a:xfrm>
        </p:spPr>
        <p:txBody>
          <a:bodyPr>
            <a:normAutofit fontScale="90000"/>
          </a:bodyPr>
          <a:lstStyle/>
          <a:p>
            <a:r>
              <a:rPr lang="en-US"/>
              <a:t>Azure key vault create</a:t>
            </a:r>
          </a:p>
        </p:txBody>
      </p:sp>
      <p:pic>
        <p:nvPicPr>
          <p:cNvPr id="3" name="Picture 3" descr="Graphical user interface, text, application, email&#10;&#10;Description automatically generated">
            <a:extLst>
              <a:ext uri="{FF2B5EF4-FFF2-40B4-BE49-F238E27FC236}">
                <a16:creationId xmlns:a16="http://schemas.microsoft.com/office/drawing/2014/main" id="{910917E2-711F-7C7E-7545-1CE8DEB6D46A}"/>
              </a:ext>
            </a:extLst>
          </p:cNvPr>
          <p:cNvPicPr>
            <a:picLocks noChangeAspect="1"/>
          </p:cNvPicPr>
          <p:nvPr/>
        </p:nvPicPr>
        <p:blipFill>
          <a:blip r:embed="rId2"/>
          <a:stretch>
            <a:fillRect/>
          </a:stretch>
        </p:blipFill>
        <p:spPr>
          <a:xfrm>
            <a:off x="359385" y="1143250"/>
            <a:ext cx="5782028" cy="5254178"/>
          </a:xfrm>
          <a:prstGeom prst="rect">
            <a:avLst/>
          </a:prstGeom>
        </p:spPr>
      </p:pic>
      <p:pic>
        <p:nvPicPr>
          <p:cNvPr id="4" name="Picture 4" descr="Graphical user interface, text, application, email&#10;&#10;Description automatically generated">
            <a:extLst>
              <a:ext uri="{FF2B5EF4-FFF2-40B4-BE49-F238E27FC236}">
                <a16:creationId xmlns:a16="http://schemas.microsoft.com/office/drawing/2014/main" id="{F1DC9B05-6422-22A3-2F1E-04589890D263}"/>
              </a:ext>
            </a:extLst>
          </p:cNvPr>
          <p:cNvPicPr>
            <a:picLocks noChangeAspect="1"/>
          </p:cNvPicPr>
          <p:nvPr/>
        </p:nvPicPr>
        <p:blipFill>
          <a:blip r:embed="rId3"/>
          <a:stretch>
            <a:fillRect/>
          </a:stretch>
        </p:blipFill>
        <p:spPr>
          <a:xfrm>
            <a:off x="6219645" y="1147718"/>
            <a:ext cx="5778061" cy="5248216"/>
          </a:xfrm>
          <a:prstGeom prst="rect">
            <a:avLst/>
          </a:prstGeom>
        </p:spPr>
      </p:pic>
    </p:spTree>
    <p:extLst>
      <p:ext uri="{BB962C8B-B14F-4D97-AF65-F5344CB8AC3E}">
        <p14:creationId xmlns:p14="http://schemas.microsoft.com/office/powerpoint/2010/main" val="3769236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F52BD-2A1F-2BD6-67EF-A860F9255DDA}"/>
              </a:ext>
            </a:extLst>
          </p:cNvPr>
          <p:cNvSpPr>
            <a:spLocks noGrp="1"/>
          </p:cNvSpPr>
          <p:nvPr>
            <p:ph type="title"/>
          </p:nvPr>
        </p:nvSpPr>
        <p:spPr>
          <a:xfrm>
            <a:off x="1141413" y="618518"/>
            <a:ext cx="9905998" cy="532639"/>
          </a:xfrm>
        </p:spPr>
        <p:txBody>
          <a:bodyPr>
            <a:normAutofit fontScale="90000"/>
          </a:bodyPr>
          <a:lstStyle/>
          <a:p>
            <a:r>
              <a:rPr lang="en-US"/>
              <a:t>Continues</a:t>
            </a:r>
          </a:p>
        </p:txBody>
      </p:sp>
      <p:pic>
        <p:nvPicPr>
          <p:cNvPr id="3" name="Picture 3" descr="Graphical user interface, text, application&#10;&#10;Description automatically generated">
            <a:extLst>
              <a:ext uri="{FF2B5EF4-FFF2-40B4-BE49-F238E27FC236}">
                <a16:creationId xmlns:a16="http://schemas.microsoft.com/office/drawing/2014/main" id="{0AA17A3C-F1BB-5452-9646-1954C0A52BB6}"/>
              </a:ext>
            </a:extLst>
          </p:cNvPr>
          <p:cNvPicPr>
            <a:picLocks noChangeAspect="1"/>
          </p:cNvPicPr>
          <p:nvPr/>
        </p:nvPicPr>
        <p:blipFill>
          <a:blip r:embed="rId2"/>
          <a:stretch>
            <a:fillRect/>
          </a:stretch>
        </p:blipFill>
        <p:spPr>
          <a:xfrm>
            <a:off x="1006366" y="1260369"/>
            <a:ext cx="4700751" cy="5033571"/>
          </a:xfrm>
          <a:prstGeom prst="rect">
            <a:avLst/>
          </a:prstGeom>
        </p:spPr>
      </p:pic>
      <p:pic>
        <p:nvPicPr>
          <p:cNvPr id="4" name="Picture 4" descr="Graphical user interface&#10;&#10;Description automatically generated">
            <a:extLst>
              <a:ext uri="{FF2B5EF4-FFF2-40B4-BE49-F238E27FC236}">
                <a16:creationId xmlns:a16="http://schemas.microsoft.com/office/drawing/2014/main" id="{F7DFC93A-942B-0FEF-B8C2-6DAC75F9221F}"/>
              </a:ext>
            </a:extLst>
          </p:cNvPr>
          <p:cNvPicPr>
            <a:picLocks noChangeAspect="1"/>
          </p:cNvPicPr>
          <p:nvPr/>
        </p:nvPicPr>
        <p:blipFill>
          <a:blip r:embed="rId3"/>
          <a:stretch>
            <a:fillRect/>
          </a:stretch>
        </p:blipFill>
        <p:spPr>
          <a:xfrm>
            <a:off x="5867400" y="1256551"/>
            <a:ext cx="6067095" cy="5041210"/>
          </a:xfrm>
          <a:prstGeom prst="rect">
            <a:avLst/>
          </a:prstGeom>
        </p:spPr>
      </p:pic>
    </p:spTree>
    <p:extLst>
      <p:ext uri="{BB962C8B-B14F-4D97-AF65-F5344CB8AC3E}">
        <p14:creationId xmlns:p14="http://schemas.microsoft.com/office/powerpoint/2010/main" val="2040904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76FF1-D193-EB45-09CE-6822A14BF2FA}"/>
              </a:ext>
            </a:extLst>
          </p:cNvPr>
          <p:cNvSpPr>
            <a:spLocks noGrp="1"/>
          </p:cNvSpPr>
          <p:nvPr>
            <p:ph type="title"/>
          </p:nvPr>
        </p:nvSpPr>
        <p:spPr>
          <a:xfrm>
            <a:off x="1141413" y="618518"/>
            <a:ext cx="9905998" cy="348708"/>
          </a:xfrm>
        </p:spPr>
        <p:txBody>
          <a:bodyPr>
            <a:normAutofit fontScale="90000"/>
          </a:bodyPr>
          <a:lstStyle/>
          <a:p>
            <a:r>
              <a:rPr lang="en-US"/>
              <a:t>Continues</a:t>
            </a:r>
          </a:p>
        </p:txBody>
      </p:sp>
      <p:pic>
        <p:nvPicPr>
          <p:cNvPr id="3" name="Picture 3" descr="Graphical user interface, application&#10;&#10;Description automatically generated">
            <a:extLst>
              <a:ext uri="{FF2B5EF4-FFF2-40B4-BE49-F238E27FC236}">
                <a16:creationId xmlns:a16="http://schemas.microsoft.com/office/drawing/2014/main" id="{01DBA7BF-6C05-8A6D-F916-E3D0BDCC1203}"/>
              </a:ext>
            </a:extLst>
          </p:cNvPr>
          <p:cNvPicPr>
            <a:picLocks noChangeAspect="1"/>
          </p:cNvPicPr>
          <p:nvPr/>
        </p:nvPicPr>
        <p:blipFill>
          <a:blip r:embed="rId2"/>
          <a:stretch>
            <a:fillRect/>
          </a:stretch>
        </p:blipFill>
        <p:spPr>
          <a:xfrm>
            <a:off x="1144438" y="1120148"/>
            <a:ext cx="8247991" cy="4397085"/>
          </a:xfrm>
          <a:prstGeom prst="rect">
            <a:avLst/>
          </a:prstGeom>
        </p:spPr>
      </p:pic>
      <p:sp>
        <p:nvSpPr>
          <p:cNvPr id="5" name="TextBox 4">
            <a:extLst>
              <a:ext uri="{FF2B5EF4-FFF2-40B4-BE49-F238E27FC236}">
                <a16:creationId xmlns:a16="http://schemas.microsoft.com/office/drawing/2014/main" id="{32E4270E-84D9-FD61-97C1-C674643216C8}"/>
              </a:ext>
            </a:extLst>
          </p:cNvPr>
          <p:cNvSpPr txBox="1"/>
          <p:nvPr/>
        </p:nvSpPr>
        <p:spPr>
          <a:xfrm>
            <a:off x="1190297" y="5814849"/>
            <a:ext cx="932530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Segoe UI"/>
                <a:cs typeface="Segoe UI"/>
              </a:rPr>
              <a:t>Click </a:t>
            </a:r>
            <a:r>
              <a:rPr lang="en-US" b="1">
                <a:latin typeface="Segoe UI"/>
                <a:cs typeface="Segoe UI"/>
              </a:rPr>
              <a:t>Review + create</a:t>
            </a:r>
            <a:r>
              <a:rPr lang="en-US">
                <a:latin typeface="Segoe UI"/>
                <a:cs typeface="Segoe UI"/>
              </a:rPr>
              <a:t> to close the open blades and select </a:t>
            </a:r>
            <a:r>
              <a:rPr lang="en-US" b="1">
                <a:latin typeface="Segoe UI"/>
                <a:cs typeface="Segoe UI"/>
              </a:rPr>
              <a:t>Create</a:t>
            </a:r>
            <a:r>
              <a:rPr lang="en-US">
                <a:latin typeface="Segoe UI"/>
                <a:cs typeface="Segoe UI"/>
              </a:rPr>
              <a:t> to create the vault</a:t>
            </a:r>
            <a:endParaRPr lang="en-US"/>
          </a:p>
        </p:txBody>
      </p:sp>
    </p:spTree>
    <p:extLst>
      <p:ext uri="{BB962C8B-B14F-4D97-AF65-F5344CB8AC3E}">
        <p14:creationId xmlns:p14="http://schemas.microsoft.com/office/powerpoint/2010/main" val="1556218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77AFC-90C1-0F79-1C80-63B7E23DD1ED}"/>
              </a:ext>
            </a:extLst>
          </p:cNvPr>
          <p:cNvSpPr>
            <a:spLocks noGrp="1"/>
          </p:cNvSpPr>
          <p:nvPr>
            <p:ph type="title"/>
          </p:nvPr>
        </p:nvSpPr>
        <p:spPr>
          <a:xfrm>
            <a:off x="1141411" y="619127"/>
            <a:ext cx="9906000" cy="570846"/>
          </a:xfrm>
        </p:spPr>
        <p:txBody>
          <a:bodyPr>
            <a:normAutofit fontScale="90000"/>
          </a:bodyPr>
          <a:lstStyle/>
          <a:p>
            <a:r>
              <a:rPr lang="en-US"/>
              <a:t>Managed Identity</a:t>
            </a:r>
          </a:p>
        </p:txBody>
      </p:sp>
      <p:sp>
        <p:nvSpPr>
          <p:cNvPr id="8" name="TextBox 7">
            <a:extLst>
              <a:ext uri="{FF2B5EF4-FFF2-40B4-BE49-F238E27FC236}">
                <a16:creationId xmlns:a16="http://schemas.microsoft.com/office/drawing/2014/main" id="{9C09618A-C25E-96B6-F2A9-78EEEEC0800C}"/>
              </a:ext>
            </a:extLst>
          </p:cNvPr>
          <p:cNvSpPr txBox="1"/>
          <p:nvPr/>
        </p:nvSpPr>
        <p:spPr>
          <a:xfrm>
            <a:off x="1141410" y="1302701"/>
            <a:ext cx="9994228" cy="1538883"/>
          </a:xfrm>
          <a:prstGeom prst="rect">
            <a:avLst/>
          </a:prstGeom>
          <a:noFill/>
        </p:spPr>
        <p:txBody>
          <a:bodyPr wrap="square">
            <a:spAutoFit/>
          </a:bodyPr>
          <a:lstStyle/>
          <a:p>
            <a:r>
              <a:rPr lang="en-IN" sz="1900"/>
              <a:t>Managed identities provide an automatically managed identity in Azure Active Directory for applications to use when connecting to resources that support Azure Active Directory (Azure AD) authentication. Applications can use managed identities to obtain Azure AD tokens without having to manage any credentials</a:t>
            </a:r>
            <a:r>
              <a:rPr lang="en-IN" b="0" i="0">
                <a:solidFill>
                  <a:srgbClr val="BDC1C6"/>
                </a:solidFill>
                <a:effectLst/>
                <a:latin typeface="arial" panose="020B0604020202020204" pitchFamily="34" charset="0"/>
              </a:rPr>
              <a:t>.</a:t>
            </a:r>
          </a:p>
          <a:p>
            <a:r>
              <a:rPr lang="en-IN"/>
              <a:t>Two types of managed identities:</a:t>
            </a:r>
            <a:endParaRPr lang="en-US"/>
          </a:p>
        </p:txBody>
      </p:sp>
      <p:pic>
        <p:nvPicPr>
          <p:cNvPr id="9" name="Picture 8">
            <a:extLst>
              <a:ext uri="{FF2B5EF4-FFF2-40B4-BE49-F238E27FC236}">
                <a16:creationId xmlns:a16="http://schemas.microsoft.com/office/drawing/2014/main" id="{AF52EA19-4471-228C-972C-24B58714F075}"/>
              </a:ext>
            </a:extLst>
          </p:cNvPr>
          <p:cNvPicPr>
            <a:picLocks noChangeAspect="1"/>
          </p:cNvPicPr>
          <p:nvPr/>
        </p:nvPicPr>
        <p:blipFill>
          <a:blip r:embed="rId2"/>
          <a:stretch>
            <a:fillRect/>
          </a:stretch>
        </p:blipFill>
        <p:spPr>
          <a:xfrm>
            <a:off x="4451176" y="2260037"/>
            <a:ext cx="7248134" cy="4361431"/>
          </a:xfrm>
          <a:prstGeom prst="rect">
            <a:avLst/>
          </a:prstGeom>
        </p:spPr>
      </p:pic>
    </p:spTree>
    <p:extLst>
      <p:ext uri="{BB962C8B-B14F-4D97-AF65-F5344CB8AC3E}">
        <p14:creationId xmlns:p14="http://schemas.microsoft.com/office/powerpoint/2010/main" val="316192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BC8A8-69D6-09A9-4FCC-EB4D717C373A}"/>
              </a:ext>
            </a:extLst>
          </p:cNvPr>
          <p:cNvSpPr>
            <a:spLocks noGrp="1"/>
          </p:cNvSpPr>
          <p:nvPr>
            <p:ph type="title"/>
          </p:nvPr>
        </p:nvSpPr>
        <p:spPr>
          <a:xfrm>
            <a:off x="1141413" y="618518"/>
            <a:ext cx="9905998" cy="546403"/>
          </a:xfrm>
        </p:spPr>
        <p:txBody>
          <a:bodyPr>
            <a:normAutofit fontScale="90000"/>
          </a:bodyPr>
          <a:lstStyle/>
          <a:p>
            <a:r>
              <a:rPr lang="en-US"/>
              <a:t>Azure backup</a:t>
            </a:r>
          </a:p>
        </p:txBody>
      </p:sp>
      <p:sp>
        <p:nvSpPr>
          <p:cNvPr id="3" name="Content Placeholder 2">
            <a:extLst>
              <a:ext uri="{FF2B5EF4-FFF2-40B4-BE49-F238E27FC236}">
                <a16:creationId xmlns:a16="http://schemas.microsoft.com/office/drawing/2014/main" id="{FE5944BA-BE01-C9BD-220C-0ED377A34ADD}"/>
              </a:ext>
            </a:extLst>
          </p:cNvPr>
          <p:cNvSpPr>
            <a:spLocks noGrp="1"/>
          </p:cNvSpPr>
          <p:nvPr>
            <p:ph idx="1"/>
          </p:nvPr>
        </p:nvSpPr>
        <p:spPr>
          <a:xfrm>
            <a:off x="1141412" y="1164921"/>
            <a:ext cx="10833470" cy="5561556"/>
          </a:xfrm>
        </p:spPr>
        <p:txBody>
          <a:bodyPr>
            <a:noAutofit/>
          </a:bodyPr>
          <a:lstStyle/>
          <a:p>
            <a:r>
              <a:rPr lang="en-IN" sz="1800"/>
              <a:t>Azure Backup is Microsoft’s solution to back up files, folders, physical machines, virtual machines (VMs), and applications stored on-premises or in the cloud. Azure Backup uses the pay-as-you-use model.</a:t>
            </a:r>
          </a:p>
          <a:p>
            <a:r>
              <a:rPr lang="en-IN" sz="1800"/>
              <a:t>Azure Backup service consists of three main components</a:t>
            </a:r>
          </a:p>
          <a:p>
            <a:pPr marL="0" indent="0">
              <a:buNone/>
            </a:pPr>
            <a:r>
              <a:rPr lang="en-IN" sz="1800" b="1"/>
              <a:t>	- Azure backup agent</a:t>
            </a:r>
          </a:p>
          <a:p>
            <a:pPr marL="0" indent="0">
              <a:buNone/>
            </a:pPr>
            <a:r>
              <a:rPr lang="en-IN" sz="1800" b="1"/>
              <a:t>	- Agent cache</a:t>
            </a:r>
          </a:p>
          <a:p>
            <a:pPr marL="0" indent="0">
              <a:buNone/>
            </a:pPr>
            <a:r>
              <a:rPr lang="en-IN" sz="1800" b="1"/>
              <a:t>	- Recovery services vault (RSV)</a:t>
            </a:r>
          </a:p>
          <a:p>
            <a:r>
              <a:rPr lang="en-IN" sz="1800"/>
              <a:t>Azure Backup Limitations includes:</a:t>
            </a:r>
          </a:p>
          <a:p>
            <a:pPr marL="0" indent="0">
              <a:buNone/>
            </a:pPr>
            <a:r>
              <a:rPr lang="en-IN" sz="1800"/>
              <a:t>	</a:t>
            </a:r>
            <a:r>
              <a:rPr lang="en-IN" sz="1600"/>
              <a:t>- The minimum period between SQL server backups is 15 minutes. For other workloads it is 1 hour.</a:t>
            </a:r>
          </a:p>
          <a:p>
            <a:pPr marL="0" indent="0">
              <a:buNone/>
            </a:pPr>
            <a:r>
              <a:rPr lang="en-IN" sz="1600"/>
              <a:t>	- The maximum recovery points for file servers is 64. For application servers it is 448.</a:t>
            </a:r>
          </a:p>
          <a:p>
            <a:pPr marL="0" indent="0">
              <a:buNone/>
            </a:pPr>
            <a:r>
              <a:rPr lang="en-IN" sz="1600"/>
              <a:t>	- There is no support for tape backup and Ephemeral OS disk type.</a:t>
            </a:r>
          </a:p>
          <a:p>
            <a:pPr marL="0" indent="0">
              <a:buNone/>
            </a:pPr>
            <a:r>
              <a:rPr lang="en-IN" sz="1600"/>
              <a:t>	- The maximum recovery services vaults per region are 25.</a:t>
            </a:r>
          </a:p>
          <a:p>
            <a:pPr marL="0" indent="0">
              <a:buNone/>
            </a:pPr>
            <a:r>
              <a:rPr lang="en-IN" sz="1600"/>
              <a:t>	- Granular file recovery for Linux is not fully supported.</a:t>
            </a:r>
          </a:p>
          <a:p>
            <a:pPr marL="0" indent="0">
              <a:buNone/>
            </a:pPr>
            <a:r>
              <a:rPr lang="en-IN" sz="1600"/>
              <a:t>	- An Azure VM can be backed-up only if it has not more than 16 data disks.</a:t>
            </a:r>
          </a:p>
          <a:p>
            <a:pPr marL="0" indent="0">
              <a:buNone/>
            </a:pPr>
            <a:endParaRPr lang="en-US" sz="1800"/>
          </a:p>
        </p:txBody>
      </p:sp>
    </p:spTree>
    <p:extLst>
      <p:ext uri="{BB962C8B-B14F-4D97-AF65-F5344CB8AC3E}">
        <p14:creationId xmlns:p14="http://schemas.microsoft.com/office/powerpoint/2010/main" val="3282775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5C7E74-0068-6E84-7E59-F5FCC78D3163}"/>
              </a:ext>
            </a:extLst>
          </p:cNvPr>
          <p:cNvSpPr>
            <a:spLocks noGrp="1"/>
          </p:cNvSpPr>
          <p:nvPr>
            <p:ph idx="1"/>
          </p:nvPr>
        </p:nvSpPr>
        <p:spPr/>
        <p:txBody>
          <a:bodyPr vert="horz" lIns="91440" tIns="45720" rIns="91440" bIns="45720" rtlCol="0" anchor="t">
            <a:normAutofit/>
          </a:bodyPr>
          <a:lstStyle/>
          <a:p>
            <a:pPr marL="0" indent="0">
              <a:buNone/>
            </a:pPr>
            <a:r>
              <a:rPr lang="en-US" sz="8000" dirty="0"/>
              <a:t>Thank You!</a:t>
            </a:r>
            <a:endParaRPr lang="en-US" dirty="0"/>
          </a:p>
        </p:txBody>
      </p:sp>
      <p:sp>
        <p:nvSpPr>
          <p:cNvPr id="5" name="Title 4">
            <a:extLst>
              <a:ext uri="{FF2B5EF4-FFF2-40B4-BE49-F238E27FC236}">
                <a16:creationId xmlns:a16="http://schemas.microsoft.com/office/drawing/2014/main" id="{59F79293-4ACA-4A66-01B0-70607DC7FF61}"/>
              </a:ext>
            </a:extLst>
          </p:cNvPr>
          <p:cNvSpPr>
            <a:spLocks noGrp="1"/>
          </p:cNvSpPr>
          <p:nvPr>
            <p:ph type="title"/>
          </p:nvPr>
        </p:nvSpPr>
        <p:spPr>
          <a:xfrm>
            <a:off x="1141413" y="618518"/>
            <a:ext cx="9905998" cy="72812"/>
          </a:xfrm>
        </p:spPr>
        <p:txBody>
          <a:bodyPr>
            <a:normAutofit fontScale="90000"/>
          </a:bodyPr>
          <a:lstStyle/>
          <a:p>
            <a:r>
              <a:rPr lang="en-US" dirty="0"/>
              <a:t>.</a:t>
            </a:r>
          </a:p>
        </p:txBody>
      </p:sp>
    </p:spTree>
    <p:extLst>
      <p:ext uri="{BB962C8B-B14F-4D97-AF65-F5344CB8AC3E}">
        <p14:creationId xmlns:p14="http://schemas.microsoft.com/office/powerpoint/2010/main" val="42307842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{C43F0162-B783-9E41-A222-9CCE82025B27}tf10001122</Template>
  <Application>Microsoft Office PowerPoint</Application>
  <PresentationFormat>Widescreen</PresentationFormat>
  <Slides>25</Slides>
  <Notes>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Circuit</vt:lpstr>
      <vt:lpstr>Azure Container registry</vt:lpstr>
      <vt:lpstr>ClUSter Creation</vt:lpstr>
      <vt:lpstr>Continues…</vt:lpstr>
      <vt:lpstr>Continues…</vt:lpstr>
      <vt:lpstr>Continues…</vt:lpstr>
      <vt:lpstr>Continues…</vt:lpstr>
      <vt:lpstr>Connect to the Azure Kubernetes Cluster</vt:lpstr>
      <vt:lpstr>NODE Pools</vt:lpstr>
      <vt:lpstr>Networking</vt:lpstr>
      <vt:lpstr>Network plugin</vt:lpstr>
      <vt:lpstr>Azure advisory</vt:lpstr>
      <vt:lpstr>Azure Storages</vt:lpstr>
      <vt:lpstr>AZURE Blob storage</vt:lpstr>
      <vt:lpstr>Azure monitor</vt:lpstr>
      <vt:lpstr>Azure role based access control (rbac)</vt:lpstr>
      <vt:lpstr>Continues…</vt:lpstr>
      <vt:lpstr>continues</vt:lpstr>
      <vt:lpstr>Continues</vt:lpstr>
      <vt:lpstr>Azure KeyVault</vt:lpstr>
      <vt:lpstr>Azure key vault create</vt:lpstr>
      <vt:lpstr>Continues</vt:lpstr>
      <vt:lpstr>Continues</vt:lpstr>
      <vt:lpstr>Managed Identity</vt:lpstr>
      <vt:lpstr>Azure backup</vt:lpstr>
      <vt:lpst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Kubernetes Service</dc:title>
  <dc:creator>Microsoft Office User</dc:creator>
  <cp:revision>9</cp:revision>
  <dcterms:created xsi:type="dcterms:W3CDTF">2022-07-20T16:06:31Z</dcterms:created>
  <dcterms:modified xsi:type="dcterms:W3CDTF">2022-08-02T09:11:34Z</dcterms:modified>
</cp:coreProperties>
</file>